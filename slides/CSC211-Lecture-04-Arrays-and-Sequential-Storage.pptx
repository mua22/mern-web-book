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cuinotes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uinotes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uinotes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uinotes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uinotes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uinotes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uinotes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uinote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uinotes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uinotes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uinotes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cuinotes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uinotes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uinotes.com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uinote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023360" cy="4023360"/>
          </a:xfrm>
          <a:prstGeom prst="ellipse">
            <a:avLst/>
          </a:prstGeom>
          <a:solidFill>
            <a:srgbClr val="2FE6C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8B7FD9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Sequential Storage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CSC211 · Algorithms and Data Structures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80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6916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concept, and how it's actually laid out in memory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44144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Indexing, and why array access is O(1)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236976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2369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19125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and two-dimensional arrays, and row-major indexing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3986784"/>
            <a:ext cx="402336" cy="40233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986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4106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traversal order affects performance in practice — a real timed comparison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736592"/>
            <a:ext cx="402336" cy="40233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6908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Traversal, insertion, deletion, searching, and updating on an array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4406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of every array operation, and where arrays fall short</a:t>
            </a:r>
            <a:endParaRPr lang="en-US" sz="1600" dirty="0"/>
          </a:p>
        </p:txBody>
      </p:sp>
      <p:sp>
        <p:nvSpPr>
          <p:cNvPr id="2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stores elements of the same type back-to-back in memory, accessed by a numeric index. That contiguity is the entire reason arrays are fast.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8720" y="2468880"/>
            <a:ext cx="14173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1762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468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34198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1000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06040" y="2468880"/>
            <a:ext cx="14173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21762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06040" y="2468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4198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1004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23360" y="2468880"/>
            <a:ext cx="14173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023360" y="21762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2468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023360" y="34198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1008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40680" y="2468880"/>
            <a:ext cx="1417320" cy="91440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40680" y="21762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40680" y="246888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34198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 1012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794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scores[i]  —  each int is 4 bytes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14181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3434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computer knows the address of element 0 and the size of one element,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calculate the address of ANY element with simple arithmetic — no searching required.</a:t>
            </a:r>
            <a:endParaRPr lang="en-US" sz="140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ARRAY CONCEPT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Formula — Why Access Is O(1)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92240" cy="2377440"/>
          </a:xfrm>
          <a:prstGeom prst="roundRect">
            <a:avLst>
              <a:gd name="adj" fmla="val 3077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856232"/>
            <a:ext cx="5980176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address(scores[i]) =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base_address + (i * size_of_element)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address(scores[2]) = 1000 + (2 * 4) = 1008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691640"/>
            <a:ext cx="42062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52360" y="1801368"/>
            <a:ext cx="393192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363016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multiplication, one addition — regardless of array size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43434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address moves around from run to run (the OS places the stack differently each time), but the BYTE GAP between consecutive elements never changes — it's a structural guarantee of the array itself, verified directly against real compiled output: 4 bytes between scores[0] and scores[1], exactly sizeof(int).</a:t>
            </a:r>
            <a:endParaRPr lang="en-US" sz="1350" dirty="0"/>
          </a:p>
        </p:txBody>
      </p:sp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DIMENSION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One-Dimensional Arrays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6479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one_d_array.cpp (excerpt)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75688"/>
            <a:ext cx="103692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scores[5] = {72, 95, 68, 88, 91};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byteGap = (char*)&amp;scores[1] - (char*)&amp;scores[0];</a:t>
            </a:r>
            <a:endParaRPr lang="en-US" sz="14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byteGap == 4 == sizeof(int)   -&gt;   yes, every run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46634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7F8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66344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elements is a property of the array itself, not of one run's coincidental addresses — that's why this course measures the gap, not the raw pointer value.</a:t>
            </a:r>
            <a:endParaRPr lang="en-US" sz="135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Array: Grade Book, 3 Students × 4 Quizzes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2834640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886200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3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82880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8288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86200" y="182880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86200" y="18288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82880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8288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182880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89320" y="182880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34640" y="260604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34640" y="2606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200" y="260604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2606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260604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2606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989320" y="260604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89320" y="260604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34640" y="338328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33832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886200" y="338328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86200" y="33832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338328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37760" y="33832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989320" y="3383280"/>
            <a:ext cx="105156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989320" y="338328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0080" y="461772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4181C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14400" y="46177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2D array is still ONE contiguous block in memory, row after row — quizScores[student][quiz] sits at base_address + (student * 4 + quiz) * size_of_int, just a slightly longer version of the same 1D formula.</a:t>
            </a:r>
            <a:endParaRPr lang="en-US" sz="1350" dirty="0"/>
          </a:p>
        </p:txBody>
      </p:sp>
      <p:sp>
        <p:nvSpPr>
          <p:cNvPr id="3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Order: Flattening the Grid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“Row-major” means the entire first row, then the entire second row, and so on — not column after column.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841248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[0][0]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18488" y="2377440"/>
            <a:ext cx="841248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18488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[0][1]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1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59736" y="2377440"/>
            <a:ext cx="841248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59736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[0][2]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00984" y="2377440"/>
            <a:ext cx="841248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00984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[0][3]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42232" y="2377440"/>
            <a:ext cx="841248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42232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[1][0]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83480" y="2377440"/>
            <a:ext cx="841248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83480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[1][1]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377440"/>
            <a:ext cx="841248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[1][2]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6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65976" y="2377440"/>
            <a:ext cx="841248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65976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[1][3]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07224" y="2377440"/>
            <a:ext cx="841248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07224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[2][0]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48472" y="2377440"/>
            <a:ext cx="841248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48472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[2][1]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9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89720" y="2377440"/>
            <a:ext cx="841248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89720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[2][2]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10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30968" y="2377440"/>
            <a:ext cx="841248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30968" y="2377440"/>
            <a:ext cx="8412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[2][3]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idx 11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32461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142232" y="32461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507224" y="3246120"/>
            <a:ext cx="3364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40233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402336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linear index = row × COLS + col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grid[1][2]  →  1×4 + 2 = 6  —  matches idx 6 above exactly.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6235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will not stop you from indexing out of bounds — grid[5][0] compiles without warning and reads whatever memory happens to be there. That's undefined behavior, not a safe error.</a:t>
            </a:r>
            <a:endParaRPr lang="en-US" sz="1200" dirty="0"/>
          </a:p>
        </p:txBody>
      </p:sp>
      <p:sp>
        <p:nvSpPr>
          <p:cNvPr id="3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the Formula Against Real Compiled Output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651760"/>
                <a:gridCol w="2651760"/>
                <a:gridCol w="2560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offset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offset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grid[0][0]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grid[0][3]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grid[1][0]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grid[1][3]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grid[2][0]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grid[2][3]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394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prediction matches — the compiler lays out grid[3][4] exactly the way the hand-derived formula says it should.</a:t>
            </a:r>
            <a:endParaRPr lang="en-US" sz="1300" dirty="0"/>
          </a:p>
        </p:txBody>
      </p:sp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PERFORMANCE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Traversal Order Matters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physical layout, same Big-O (visit every element once) — but a very different memory access pattern: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traversal — sequential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88720" y="2468880"/>
            <a:ext cx="777240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65960" y="2468880"/>
            <a:ext cx="777240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6596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468880"/>
            <a:ext cx="777240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4320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8720" y="3246120"/>
            <a:ext cx="777240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5960" y="3246120"/>
            <a:ext cx="777240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6596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0" y="3246120"/>
            <a:ext cx="777240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4320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8720" y="4023360"/>
            <a:ext cx="777240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8872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65960" y="4023360"/>
            <a:ext cx="777240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96596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43200" y="4023360"/>
            <a:ext cx="777240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74320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8920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1,2,3 within the same color (row) before moving on — cache-friendly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2057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Column-major traversal — jumps every step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675120" y="2468880"/>
            <a:ext cx="777240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52360" y="2468880"/>
            <a:ext cx="777240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5236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29600" y="2468880"/>
            <a:ext cx="777240" cy="77724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75120" y="3246120"/>
            <a:ext cx="777240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452360" y="3246120"/>
            <a:ext cx="777240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36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9600" y="3246120"/>
            <a:ext cx="777240" cy="77724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229600" y="3246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75120" y="4023360"/>
            <a:ext cx="777240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452360" y="4023360"/>
            <a:ext cx="777240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45236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29600" y="4023360"/>
            <a:ext cx="777240" cy="777240"/>
          </a:xfrm>
          <a:prstGeom prst="rect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0" y="40233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0" y="48920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one color (row) the numbers jump 1, 4, 7 — same cache line touched, abandoned, revisited later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58064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4181C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914400" y="58064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fetches a whole cache line (~64 bytes) at once, betting nearby addresses will be needed next — row-major wins that bet on a row-major array.</a:t>
            </a:r>
            <a:endParaRPr lang="en-US" sz="1200" dirty="0"/>
          </a:p>
        </p:txBody>
      </p:sp>
      <p:sp>
        <p:nvSpPr>
          <p:cNvPr id="4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JUST ASSERTION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O(n), Very Different Wall-Clock Time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Summing a 4000×4000 grid (16,000,000 elements) — identical work, same run, same machine: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21408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ms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858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Row-major traversal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201168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72200" y="2121408"/>
            <a:ext cx="49377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ms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8587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Column-major traversal — nearly 3× slower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457200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functions perform exactly ROWS × COLS additions — identically O(n) in element count, and Big-O alone would call them the same. This is the gap between asymptotic complexity (Lecture 3) and real-world performance: Big-O tells you how an algorithm SCALES, but memory layout and cache behavior decide the constant factor hiding behind the O(...).</a:t>
            </a:r>
            <a:endParaRPr lang="en-US" sz="1300" dirty="0"/>
          </a:p>
        </p:txBody>
      </p:sp>
      <p:sp>
        <p:nvSpPr>
          <p:cNvPr id="13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Deletion: Where Arrays Start to Hurt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must stay contiguous with no gaps — inserting in the middle means physically shifting every element after that position.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—  insertAt(position=2, value=99)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331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233172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7400" y="2331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33172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91840" y="2331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233172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331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233172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233172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4747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insertAt(2, 99)  —  30, 40, 50 shifted one slot right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384048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057400" y="384048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5740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91840" y="3840480"/>
            <a:ext cx="1234440" cy="777240"/>
          </a:xfrm>
          <a:prstGeom prst="rect">
            <a:avLst/>
          </a:prstGeom>
          <a:solidFill>
            <a:srgbClr val="2FE6C4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26280" y="384048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2628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760720" y="384048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95160" y="3840480"/>
            <a:ext cx="12344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4181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9516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26280" y="3840480"/>
            <a:ext cx="1234440" cy="777240"/>
          </a:xfrm>
          <a:prstGeom prst="rect">
            <a:avLst/>
          </a:prstGeom>
          <a:solidFill>
            <a:srgbClr val="FFF6E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2628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0" y="3840480"/>
            <a:ext cx="1234440" cy="777240"/>
          </a:xfrm>
          <a:prstGeom prst="rect">
            <a:avLst/>
          </a:prstGeom>
          <a:solidFill>
            <a:srgbClr val="FFF6E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76072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95160" y="3840480"/>
            <a:ext cx="1234440" cy="777240"/>
          </a:xfrm>
          <a:prstGeom prst="rect">
            <a:avLst/>
          </a:prstGeom>
          <a:solidFill>
            <a:srgbClr val="FFF6E9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95160" y="38404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909060" y="3108960"/>
            <a:ext cx="1234440" cy="73152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143500" y="3108960"/>
            <a:ext cx="1234440" cy="73152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377940" y="3108960"/>
            <a:ext cx="1234440" cy="73152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40080" y="50292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8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14400" y="5029200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99 at index 2 shifted 30, 40, 50 one place right — three moves for one insertion. In the worst case (inserting at the very front), EVERY existing element has to move.</a:t>
            </a:r>
            <a:endParaRPr lang="en-US" sz="1350" dirty="0"/>
          </a:p>
        </p:txBody>
      </p:sp>
      <p:sp>
        <p:nvSpPr>
          <p:cNvPr id="4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insertAt and deleteAt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4480560"/>
          </a:xfrm>
          <a:prstGeom prst="roundRect">
            <a:avLst>
              <a:gd name="adj" fmla="val 1633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96112" y="1764792"/>
            <a:ext cx="10369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array_insert_delete.cpp (excerpt)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075688"/>
            <a:ext cx="10369296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insertAt(int arr[], int size, int position, int value)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size; i &gt; position; i--)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arr[i] = arr[i - 1];        // shift right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arr[position] = value;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size + 1;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deleteAt(int arr[], int size, int position) {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position; i &lt; size - 1; i++)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arr[i] = arr[i + 1];        // shift left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size - 1;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of Array Operations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48463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by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address calculation, no searching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by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calculation, then a single write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(unsorted)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check elements one by one, worst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the end (spare capacity)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shifting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 at the start / middle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later element must shift 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the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shifting needed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from the start / middle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later element must shift left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STOCK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 of Arrays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806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2FE6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0020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2FE6C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56232"/>
            <a:ext cx="5280660" cy="246888"/>
          </a:xfrm>
          <a:prstGeom prst="rect">
            <a:avLst/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41248" y="160020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258568"/>
            <a:ext cx="48783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random access to any element by index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Memory-efficient — no extra per-element overhead (unlike a linked list's pointers)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Cache-friendly — contiguous memory means the CPU loads several elements at once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0780" y="1600200"/>
            <a:ext cx="528066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0780" y="1600200"/>
            <a:ext cx="528066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6240780" y="1856232"/>
            <a:ext cx="5280660" cy="24688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1948" y="1600200"/>
            <a:ext cx="4878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1948" y="2258568"/>
            <a:ext cx="4878324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size once created — growing past capacity means allocating a new array and copying everything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insertion/deletion anywhere but the end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Wastes memory if over-allocated, forces a costly resize if under-allocated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5778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7F8F9"/>
          </a:solidFill>
          <a:ln w="1270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57784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exact limitations — fixed size, expensive middle insertion — are precisely what motivate the linked list, the subject of the next unit.</a:t>
            </a:r>
            <a:endParaRPr lang="en-US" sz="1300" dirty="0"/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280160"/>
            <a:ext cx="3474720" cy="3474720"/>
          </a:xfrm>
          <a:prstGeom prst="ellipse">
            <a:avLst/>
          </a:prstGeom>
          <a:solidFill>
            <a:srgbClr val="2FE6C4">
              <a:alpha val="11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868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store elements in contiguous memory, which is exactly what makes indexed access O(1) — the address of any element is computed directly, never searched for.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2734056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88336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are stored the same contiguous way, row by row (row-major order), verified directly against the compiler's own computed offsets.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" y="3639312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593592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 and deletion in the middle cost O(n), because every following element must physically shift to stay contiguous — an array's central weakness.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22960" y="4544568"/>
            <a:ext cx="310896" cy="310896"/>
          </a:xfrm>
          <a:prstGeom prst="ellipse">
            <a:avLst/>
          </a:prstGeom>
          <a:solidFill>
            <a:srgbClr val="2FE6C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498848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 with identical Big-O can still run at very different real speeds — traversal order interacts with CPU cache behavior in a way Big-O alone doesn't capture.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22960" y="5449824"/>
            <a:ext cx="310896" cy="310896"/>
          </a:xfrm>
          <a:prstGeom prst="ellipse">
            <a:avLst/>
          </a:prstGeom>
          <a:solidFill>
            <a:srgbClr val="8B7F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5449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404104"/>
            <a:ext cx="100584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are fast and memory-efficient for read-heavy, rarely-resized data — and a poor fit when data needs to grow unpredictably or be inserted/removed from the middle often.</a:t>
            </a:r>
            <a:endParaRPr lang="en-US" sz="15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2026-09-23T19:00:43Z</dcterms:created>
  <dcterms:modified xsi:type="dcterms:W3CDTF">2026-09-23T19:00:43Z</dcterms:modified>
</cp:coreProperties>
</file>
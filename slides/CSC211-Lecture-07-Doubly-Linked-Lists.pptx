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/ Learning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36192"/>
            <a:ext cx="438912" cy="43891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7218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doubly linked node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three-field struct: prev, data, and next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377440"/>
            <a:ext cx="438912" cy="438912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31343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&amp; backward traversal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62432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a step-by-step worked trace of traverseBackward()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99816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218688"/>
            <a:ext cx="438912" cy="43891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218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1546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delete at beginning, end, and a position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655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tail pointer makes end operations O(1)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41064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059936"/>
            <a:ext cx="438912" cy="43891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059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99592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vs. doubly: rewiring cost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30682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pointer assignments vs. 4, made concrete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782312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901184"/>
            <a:ext cx="438912" cy="438912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901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83717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Pitfalls, and a mini browser history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14807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application built entirely on prev/next</a:t>
            </a:r>
            <a:endParaRPr lang="en-US" sz="1200" dirty="0"/>
          </a:p>
        </p:txBody>
      </p:sp>
      <p:sp>
        <p:nvSpPr>
          <p:cNvPr id="2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Doubly Linked List Concept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stores three things: data, a pointer to next, and a pointer to prev. The list keeps both head and tail — the reason end-insertion becomes O(1).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371600" y="237744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371600" y="2414016"/>
            <a:ext cx="71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724912"/>
            <a:ext cx="71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87880" y="2423160"/>
            <a:ext cx="0" cy="822960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87880" y="2414016"/>
            <a:ext cx="71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2087880" y="2724912"/>
            <a:ext cx="71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04160" y="2423160"/>
            <a:ext cx="0" cy="822960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04160" y="2414016"/>
            <a:ext cx="71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2804160" y="2724912"/>
            <a:ext cx="71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8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20440" y="2724912"/>
            <a:ext cx="777240" cy="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3520440" y="3035808"/>
            <a:ext cx="777240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97680" y="237744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297680" y="2414016"/>
            <a:ext cx="71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724912"/>
            <a:ext cx="71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13960" y="2423160"/>
            <a:ext cx="0" cy="822960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13960" y="2414016"/>
            <a:ext cx="71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013960" y="2724912"/>
            <a:ext cx="71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30240" y="2423160"/>
            <a:ext cx="0" cy="822960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30240" y="2414016"/>
            <a:ext cx="71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730240" y="2724912"/>
            <a:ext cx="71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8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46520" y="2724912"/>
            <a:ext cx="777240" cy="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6446520" y="3035808"/>
            <a:ext cx="777240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223760" y="237744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223760" y="2414016"/>
            <a:ext cx="71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7223760" y="2724912"/>
            <a:ext cx="71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940040" y="2423160"/>
            <a:ext cx="0" cy="822960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40040" y="2414016"/>
            <a:ext cx="71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940040" y="2724912"/>
            <a:ext cx="71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656320" y="2423160"/>
            <a:ext cx="0" cy="822960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56320" y="2414016"/>
            <a:ext cx="71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8656320" y="2724912"/>
            <a:ext cx="71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82880" y="2697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234440" y="2834640"/>
            <a:ext cx="137160" cy="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9509760" y="2697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 flipH="1">
            <a:off x="9372600" y="2834640"/>
            <a:ext cx="118872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137160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= next  ·  orange = prev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Structure: prev, data, next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doubly_linked_list.cpp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828800"/>
            <a:ext cx="49743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DNode {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data;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DNode* prev;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DNode* next;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DNode(int value)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data(value), prev(nullptr), next(nullptr) {}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46304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31152" y="1408176"/>
            <a:ext cx="4498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pointer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931152" y="1719072"/>
            <a:ext cx="4498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structural difference from a singly linked node — but it changes every operation's cost.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2606040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31152" y="2551176"/>
            <a:ext cx="4498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Half-correct is possible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931152" y="2862072"/>
            <a:ext cx="4498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update prev doesn't crash — forward traversal can look perfectly fine while backward is broken.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vs. Doubly: Rewiring a Middle Insertion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a new node between A and B takes 2 pointer assignments in a singly linked list, but 4 in a doubly linked list.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— 2 assignments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0939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18004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205740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74720" y="20939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318004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11680" y="2400300"/>
            <a:ext cx="146304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48840" y="32461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148840" y="32826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3506724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37560" y="3589020"/>
            <a:ext cx="0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3589020"/>
            <a:ext cx="137160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474720" y="2400300"/>
            <a:ext cx="0" cy="118872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417320" y="2743200"/>
            <a:ext cx="0" cy="18288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17320" y="2926080"/>
            <a:ext cx="1325880" cy="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2926080"/>
            <a:ext cx="0" cy="32004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4864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New-&gt;next=A-&gt;next   2. A-&gt;next=New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— 4 assignments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205740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309360" y="20939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2318004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61120" y="205740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961120" y="20939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961120" y="2318004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98080" y="2263140"/>
            <a:ext cx="1463040" cy="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7498080" y="2537460"/>
            <a:ext cx="1463040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635240" y="324612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635240" y="32826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7635240" y="3506724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823960" y="3451860"/>
            <a:ext cx="0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23960" y="3451860"/>
            <a:ext cx="137160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8961120" y="2263140"/>
            <a:ext cx="0" cy="118872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903720" y="2743200"/>
            <a:ext cx="0" cy="18288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03720" y="2926080"/>
            <a:ext cx="1325880" cy="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0" y="2926080"/>
            <a:ext cx="0" cy="45720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6309360" y="40233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1-2. New-&gt;next/prev   3-4. A-&gt;next=New, B-&gt;prev=New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DoublyLinkedList Class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623560" cy="3794760"/>
          </a:xfrm>
          <a:prstGeom prst="roundRect">
            <a:avLst>
              <a:gd name="adj" fmla="val 2410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3716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doubly_linked_list.cpp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737360"/>
            <a:ext cx="51114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insertAtBeginning(int value) 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DNode* newNode = new DNode(value);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(head == nullptr) 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 = tail = newNode; return;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newNode-&gt;next = head;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head-&gt;prev = newNode;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 = newNode;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insertAtEnd(int value) {  // O(1): tail known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newNode-&gt;prev = tail;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tail-&gt;next = newNode;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tail = newNode;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37960" y="1371600"/>
            <a:ext cx="384048" cy="384048"/>
          </a:xfrm>
          <a:prstGeom prst="ellipse">
            <a:avLst/>
          </a:prstGeom>
          <a:solidFill>
            <a:srgbClr val="1B8A7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68312" y="1316736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insertAtBeginning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068312" y="1627632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as singly linked, plus one extra line: head-&gt;prev = newNode.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37960" y="265176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68312" y="2596896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insertAtEnd — no walk needed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2907792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already points at the last node, so this is O(1) instead of the singly list's O(n).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3840480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37960" y="3977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44805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beginning and end insertion — the direct payoff of the tail pointer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Trace: traverseBackward()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tail instead of head, and follows prev instead of next — otherwise the exact same loop shape.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7282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9618"/>
            <a:ext cx="128016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0" y="1911096"/>
            <a:ext cx="502920" cy="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2011680" y="2203704"/>
            <a:ext cx="502920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14600" y="1691640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514600" y="17282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1969618"/>
            <a:ext cx="128016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94760" y="1911096"/>
            <a:ext cx="502920" cy="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3794760" y="2203704"/>
            <a:ext cx="502920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97680" y="1691640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297680" y="17282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1969618"/>
            <a:ext cx="128016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77840" y="1911096"/>
            <a:ext cx="502920" cy="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5577840" y="2203704"/>
            <a:ext cx="502920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1691640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E6FBF6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080760" y="17282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080760" y="1969618"/>
            <a:ext cx="128016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08076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788920"/>
          <a:ext cx="10698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468880"/>
                <a:gridCol w="1828800"/>
                <a:gridCol w="54864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current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(tail)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current-&gt;prev -&gt;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current-&gt;prev -&gt;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current-&gt;prev -&gt;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current-&gt;prev is nullptr -&gt; stop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With Doubly Linked Lists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2763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53312" y="1572768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prev (or next)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883664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non-end insert/delete touches 4 pointers, not 2 — missing one leaves the structure "half correct."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37160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9400" y="1627632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59752" y="1572768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update tail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1883664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deleteFromEnd must set tail = tail-&gt;prev; if that's nullptr, head must reset too.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913632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53312" y="3858768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Off-by-one at the last node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insertAtPosition/deleteAtPosition special-case current == tail to avoid dereferencing nullptr.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365760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391363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9752" y="3858768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bugs crash immediately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159752" y="4169664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prev only breaks backward traversal — forward, search, updateAt never notice.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A Mini Browser History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back()/forward() map directly onto prev/next — both O(1) precisely because every node already stores both directions.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669280" cy="2651760"/>
          </a:xfrm>
          <a:prstGeom prst="roundRect">
            <a:avLst>
              <a:gd name="adj" fmla="val 3448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browser_history.cpp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103120"/>
            <a:ext cx="515721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BrowserHistory {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PageNode* current;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back() {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(current-&gt;prev) current = current-&gt;prev;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forward() {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(current-&gt;next) current = current-&gt;next;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92240" y="1645920"/>
            <a:ext cx="4937760" cy="2651760"/>
          </a:xfrm>
          <a:prstGeom prst="roundRect">
            <a:avLst>
              <a:gd name="adj" fmla="val 3448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748272" y="1847088"/>
            <a:ext cx="442569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./browser_history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visiting 3 pages: mail.com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two back(): news.com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one forward(): docs.com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visiting shop.com: shop.com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5262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Visiting a new page from the middle of history discards everything "forward" of it — current-&gt;next = newPage drops the old chain, exactly like a real browser.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Applications of Doubly Linked Lists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4592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53312" y="1591056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history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901952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and forward buttons move in both directions through visited pages.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37160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9400" y="1645920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59752" y="1591056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/ video playlists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1901952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"Previous track" / "next track" map one-to-one onto prev and next.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8404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53312" y="3785616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/ redo stacks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096512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walks backward through past states, redo walks forward again.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356616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3840480"/>
            <a:ext cx="384048" cy="384048"/>
          </a:xfrm>
          <a:prstGeom prst="ellipse">
            <a:avLst/>
          </a:prstGeom>
          <a:solidFill>
            <a:srgbClr val="1B8A7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9752" y="3785616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caches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59752" y="4096512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Move-to-front on access and evict-from-back are both O(1) with a DLL + hash table.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Complexity, Compared to a Singly Linked List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2237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00200"/>
                <a:gridCol w="16002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Insert/delete at beginning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Insert/delete at 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Backward traversal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possible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memory /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pointer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pointers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37160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01000" y="15087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4688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insertion — the tail pointer's direct payoff over a singly linked list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310896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01000" y="32461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ptr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2062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memory per node — the price of backward traversal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105156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doubly linked list's node adds a prev pointer alongside next, and the list tracks both a head and a tail.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 pointer is what makes insertion and deletion at the end O(1) — fixing the singly linked list's weakest operation, at the cost of one extra pointer per node.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middle insertion costs 4 pointer assignments versus 2 in a singly linked list — the direct price of traversing backward.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traversal is a simple O(n) walk from tail following prev — identical in shape to forward traversal.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prev update can leave forward traversal looking completely correct while backward traversal is silently broken — test both directions.</a:t>
            </a:r>
            <a:endParaRPr lang="en-US" sz="1550" dirty="0"/>
          </a:p>
        </p:txBody>
      </p:sp>
      <p:sp>
        <p:nvSpPr>
          <p:cNvPr id="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CSC211</dc:creator>
  <cp:lastModifiedBy>CSC211</cp:lastModifiedBy>
  <cp:revision>1</cp:revision>
  <dcterms:created xsi:type="dcterms:W3CDTF">2026-09-23T19:02:05Z</dcterms:created>
  <dcterms:modified xsi:type="dcterms:W3CDTF">2026-09-23T19:02:05Z</dcterms:modified>
</cp:coreProperties>
</file>
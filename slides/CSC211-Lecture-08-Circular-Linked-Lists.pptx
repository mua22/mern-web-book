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Linked Lists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60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/ Learning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36192"/>
            <a:ext cx="438912" cy="438912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36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7218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circular concept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head and tail change meaning when there's no nullptr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377440"/>
            <a:ext cx="438912" cy="438912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31343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vs. circular, side by side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62432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arrow is the entire structural difference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99816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218688"/>
            <a:ext cx="438912" cy="43891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218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1546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Traversal, insertion, deletion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4655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do-while replaces while, with pointer-rewiring diagrams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41064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059936"/>
            <a:ext cx="438912" cy="438912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059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99592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Pitfalls, and round-robin scheduling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30682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worked CPU scheduler built on the ring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782312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4901184"/>
            <a:ext cx="438912" cy="438912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901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483717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vs. doubly vs. circular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14807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three-way comparison to close the unit</a:t>
            </a:r>
            <a:endParaRPr lang="en-US" sz="1200" dirty="0"/>
          </a:p>
        </p:txBody>
      </p:sp>
      <p:sp>
        <p:nvSpPr>
          <p:cNvPr id="2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and Tail in a Circular Linked List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nullptr anywhere in a non-empty circular list — the last node's next points back to head. Every traversal must check "have I gotten back to where I started?"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011680" y="246888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011680" y="25054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281635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49040" y="2926080"/>
            <a:ext cx="91440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63440" y="246888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25054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81635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2926080"/>
            <a:ext cx="91440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200" y="246888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15200" y="25054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281635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80360" y="2331720"/>
            <a:ext cx="0" cy="137160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83880" y="3383280"/>
            <a:ext cx="0" cy="68580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4069080"/>
            <a:ext cx="0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4069080"/>
            <a:ext cx="0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880360" y="4069080"/>
            <a:ext cx="5303520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80360" y="4069080"/>
            <a:ext cx="0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80360" y="4069080"/>
            <a:ext cx="0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880360" y="3383280"/>
            <a:ext cx="0" cy="68580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2011680" y="4178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back to head, not nullptr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Side: Linear vs. Circular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 structure is identical — the difference is a single arrow, and that arrow removes the concept of "the end" entirely.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 — has an 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21396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63724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65960" y="2446020"/>
            <a:ext cx="36576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31720" y="210312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331720" y="21396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363724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66160" y="2446020"/>
            <a:ext cx="36576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31920" y="210312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931920" y="21396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363724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66360" y="2446020"/>
            <a:ext cx="36576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532120" y="2103120"/>
            <a:ext cx="1097280" cy="685800"/>
          </a:xfrm>
          <a:prstGeom prst="roundRect">
            <a:avLst>
              <a:gd name="adj" fmla="val 8000"/>
            </a:avLst>
          </a:prstGeom>
          <a:solidFill>
            <a:srgbClr val="EDEFF1"/>
          </a:solidFill>
          <a:ln w="12700">
            <a:solidFill>
              <a:srgbClr val="5A6570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5532120" y="21031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linked list — no end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374904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E6FBF6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31520" y="37856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009644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965960" y="4091940"/>
            <a:ext cx="365760" cy="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331720" y="374904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E6FBF6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2331720" y="37856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4009644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566160" y="4091940"/>
            <a:ext cx="365760" cy="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931920" y="374904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E6FBF6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3931920" y="37856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3931920" y="4009644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49140" y="4434840"/>
            <a:ext cx="0" cy="64008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49140" y="5074920"/>
            <a:ext cx="0" cy="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49140" y="5074920"/>
            <a:ext cx="0" cy="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348740" y="5074920"/>
            <a:ext cx="3200400" cy="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48740" y="5074920"/>
            <a:ext cx="0" cy="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48740" y="5074920"/>
            <a:ext cx="0" cy="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1348740" y="4434840"/>
            <a:ext cx="0" cy="64008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731520" y="5166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around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309360" y="3383280"/>
            <a:ext cx="5303520" cy="146304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loop written as while (current != nullptr) must become do { ... } while (current != startingPoint) — there is no sentinel to stop on.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CircularLinkedList Class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tail (not head) makes end-insertion simpler here — tail-&gt;next is always the head.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669280" cy="2743200"/>
          </a:xfrm>
          <a:prstGeom prst="roundRect">
            <a:avLst>
              <a:gd name="adj" fmla="val 3333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691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circular_linked_list.cpp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057400"/>
            <a:ext cx="515721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insertAtBeginning(int value) {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newNode = new Node(value);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(isEmpty()) {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tail = newNode;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tail-&gt;next = tail;   // self-loop!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newNode-&gt;next = tail-&gt;next;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tail-&gt;next = newNode;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92240" y="169164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22592" y="1636776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tail, not head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022592" y="1947672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class's one stored pointer — tail-&gt;next always gives the head.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0" y="283464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22592" y="2779776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insertAtEnd reuses this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022592" y="3090672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insertAtBeginning(value); then tail = tail-&gt;next — slide tail forward by one.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92240" y="3977640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22592" y="3922776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traverse() uses do-while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022592" y="4233672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body once before checking current != head, or nothing would print.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One-Node Self-Loop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very first insertion into an empty circular list is its own edge case: a single node's next must point at itself, not nullptr.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empty list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237744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EDEFF1"/>
          </a:solidFill>
          <a:ln w="12700">
            <a:solidFill>
              <a:srgbClr val="5A657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371600" y="2377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 == nullptr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insertAtBeginning(10)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2423160"/>
            <a:ext cx="1645920" cy="868680"/>
          </a:xfrm>
          <a:prstGeom prst="roundRect">
            <a:avLst>
              <a:gd name="adj" fmla="val 6316"/>
            </a:avLst>
          </a:prstGeom>
          <a:solidFill>
            <a:srgbClr val="E6FBF6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863840" y="24597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753258"/>
            <a:ext cx="164592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509760" y="2560320"/>
            <a:ext cx="502920" cy="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12680" y="2560320"/>
            <a:ext cx="0" cy="59436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9509760" y="3154680"/>
            <a:ext cx="502920" cy="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964692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(points to itself)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06240" y="2743200"/>
            <a:ext cx="3291840" cy="0"/>
          </a:xfrm>
          <a:prstGeom prst="line">
            <a:avLst/>
          </a:prstGeom>
          <a:noFill/>
          <a:ln w="25400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&amp; Deletion From the End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371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traverse() output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737360"/>
            <a:ext cx="5065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./circular_linked_list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10 -&gt; 20 -&gt; 30 -&gt; (back to 10)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346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deleteFromEnd walks the whole ring — no prev pointer, no shortcut to the second-to-last node.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65760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36941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18204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77440" y="365760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E6FBF6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377440" y="36941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3918204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31920" y="365760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931920" y="36941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3918204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11680" y="4000500"/>
            <a:ext cx="36576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566160" y="4000500"/>
            <a:ext cx="36576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2377440" y="33649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33649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(delete)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92240" y="1280160"/>
            <a:ext cx="5029200" cy="1874520"/>
          </a:xfrm>
          <a:prstGeom prst="roundRect">
            <a:avLst>
              <a:gd name="adj" fmla="val 4878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748272" y="1481328"/>
            <a:ext cx="451713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current-&gt;next = tail-&gt;next;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skip over old tail, back to head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tail;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 = current;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3383280"/>
            <a:ext cx="50292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492240" y="35204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42062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deleteFromEnd — tail helps with insertion, not with finding the second-to-last node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With Circular Lists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2763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53312" y="1572768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(current != nullptr) out of habit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883664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nullptr to stop on — this loop simply never terminates.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37160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29400" y="1627632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59752" y="1572768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the stop condition too early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59752" y="1883664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while (current != head) starts false and skips everything — do-while is required.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913632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53312" y="3858768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the one-node self-loop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insertAtBeginning on an empty list must set tail-&gt;next = tail.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365760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391363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9752" y="3858768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tail after deleting it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159752" y="4169664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the only node must reset tail to nullptr, or the list claims to be non-empty.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Round-Robin CPU Scheduling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process gets a fixed time slice (a quantum); the ring structure IS the wraparound — no special "restart" logic needed.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669280" cy="2560320"/>
          </a:xfrm>
          <a:prstGeom prst="roundRect">
            <a:avLst>
              <a:gd name="adj" fmla="val 3571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quantum = 4, P1=5 P2=3 P3=7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148840"/>
            <a:ext cx="5157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./round_robin_scheduler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t=0: run P1 for 4 (remaining: 1)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t=4: run P2 for 3 (remaining: 0)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P2 finished.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t=7: run P3 for 4 (remaining: 3)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t=11: run P1 for 1 (remaining: 0)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P1 finished.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t=12: run P3 for 3 -- P3 finished.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processes finished at t=15.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869680" y="1600200"/>
            <a:ext cx="914400" cy="7315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869680" y="16002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780358" y="3177540"/>
            <a:ext cx="914400" cy="73152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780358" y="31775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59002" y="3177540"/>
            <a:ext cx="914400" cy="7315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9002" y="31775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738360" y="2240280"/>
            <a:ext cx="87718" cy="1028700"/>
          </a:xfrm>
          <a:prstGeom prst="line">
            <a:avLst/>
          </a:prstGeom>
          <a:noFill/>
          <a:ln w="22225">
            <a:solidFill>
              <a:srgbClr val="5A657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8827682" y="3268980"/>
            <a:ext cx="998395" cy="548640"/>
          </a:xfrm>
          <a:prstGeom prst="line">
            <a:avLst/>
          </a:prstGeom>
          <a:noFill/>
          <a:ln w="22225">
            <a:solidFill>
              <a:srgbClr val="5A65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8827682" y="2240280"/>
            <a:ext cx="87718" cy="1028700"/>
          </a:xfrm>
          <a:prstGeom prst="line">
            <a:avLst/>
          </a:prstGeom>
          <a:noFill/>
          <a:ln w="22225">
            <a:solidFill>
              <a:srgbClr val="5A657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8503920" y="4572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order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 Circular Linked Lists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4592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53312" y="1591056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CPU scheduling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901952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gets a turn; after the last, the scheduler wraps back to the first, forever.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37160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29400" y="1645920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59752" y="1591056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turn order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159752" y="1901952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last player's turn, play returns to the first player.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8404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53312" y="3785616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playlists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096512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"Repeat all" needs the last song to lead straight back into the first.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356616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3840480"/>
            <a:ext cx="384048" cy="384048"/>
          </a:xfrm>
          <a:prstGeom prst="ellipse">
            <a:avLst/>
          </a:prstGeom>
          <a:solidFill>
            <a:srgbClr val="1B8A7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9752" y="3785616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data buffers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59752" y="4096512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fixed-size circular buffer reuses the same nodes instead of endlessly allocating.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vs. Doubly vs. Circular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286000"/>
                <a:gridCol w="27432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 (singly)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Pointers per 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(next)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(prev, next)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(next)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node's next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nullptr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nullptr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 back to head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Backward traversal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"end"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-- track a start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both directions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Looping / round-robin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105156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linked list's last node points back to head instead of nullptr — there is no natural end; every traversal must detect "back to the start."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tail (rather than head) makes end insertion O(1), since tail-&gt;next is always the head.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very first node inserted into an empty circular list must point at itself — a self-loop is the only correct structure for one node.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is the standard loop shape for circular traversal — a while loop would wrongly treat "already at the start" as "already done."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linked lists are the right tool specifically when the problem itself loops — round-robin scheduling, turn-based games, repeating playlists.</a:t>
            </a:r>
            <a:endParaRPr lang="en-US" sz="1550" dirty="0"/>
          </a:p>
        </p:txBody>
      </p:sp>
      <p:sp>
        <p:nvSpPr>
          <p:cNvPr id="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CSC211</dc:creator>
  <cp:lastModifiedBy>CSC211</cp:lastModifiedBy>
  <cp:revision>1</cp:revision>
  <dcterms:created xsi:type="dcterms:W3CDTF">2026-09-23T19:02:05Z</dcterms:created>
  <dcterms:modified xsi:type="dcterms:W3CDTF">2026-09-23T19:02:05Z</dcterms:modified>
</cp:coreProperties>
</file>
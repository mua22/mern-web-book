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STACKS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Stack ADT and Implementation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concept and the LIFO principle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ADT: push, pop, peek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and linked-list-based implementations, traced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Overflow, underflow, and choosing between the two</a:t>
            </a:r>
            <a:endParaRPr lang="en-US" sz="16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Concept: LIFO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physical stack of plates: add to the top, remove from the top — never the middle or bottom without removing everything above it first.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77440" y="4800600"/>
            <a:ext cx="21945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0" y="4800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(bottom)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77440" y="4114800"/>
            <a:ext cx="21945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4114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77440" y="3429000"/>
            <a:ext cx="2194560" cy="685800"/>
          </a:xfrm>
          <a:prstGeom prst="roundRect">
            <a:avLst/>
          </a:prstGeom>
          <a:solidFill>
            <a:srgbClr val="2FE6C4"/>
          </a:solidFill>
          <a:ln w="19050">
            <a:solidFill>
              <a:srgbClr val="14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H="1">
            <a:off x="4709160" y="3771900"/>
            <a:ext cx="777240" cy="914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532120" y="35433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82880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828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push(40)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H="1">
            <a:off x="4617720" y="2103120"/>
            <a:ext cx="2331720" cy="166878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94944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here — new top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29184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3291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H="1">
            <a:off x="4617720" y="3584448"/>
            <a:ext cx="2331720" cy="324612"/>
          </a:xfrm>
          <a:prstGeom prst="line">
            <a:avLst/>
          </a:prstGeom>
          <a:noFill/>
          <a:ln w="22225">
            <a:solidFill>
              <a:srgbClr val="1418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9494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from here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L.I.F.O. — Last In, First Out: whatever was pushed most recently is the first thing popped.</a:t>
            </a:r>
            <a:endParaRPr lang="en-US" sz="125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ADT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Abstract Data Type, a stack promises exactly these operations, regardless of how it's implemented underneath.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push(value)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60020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value to the top of the stack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65176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and return the value at the top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8A33D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03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 / top()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370332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value at the top, without removing 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754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475488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whether the stack has any elements at all</a:t>
            </a:r>
            <a:endParaRPr lang="en-US" sz="14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9786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array_stack.cpp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90472"/>
            <a:ext cx="10607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ArrayStack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const int CAPACITY = 100;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data[CAPACITY];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topIndex;   // -1 means empty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ArrayStack() : topIndex(-1) {}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isFull() const { return topIndex == CAPACITY - 1;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push(int value)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(isFull()) throw overflow_error("Stack overflow");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data[++topIndex] = value;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pop()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(isEmpty()) throw underflow_error("Stack underflow");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data[topIndex--];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writes then increments (++topIndex); pop reads then decrements (topIndex--) — both are O(1).</a:t>
            </a:r>
            <a:endParaRPr lang="en-US" sz="12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Array's Underlying State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topIndex = -1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2344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23444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push(10) → topIndex = 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5780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5780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12344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123444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push(20) → topIndex = 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0684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0684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84080" y="192024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0" y="19202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28803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28803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push(30) → topIndex = 2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152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50876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0876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8600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297680" y="28803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97680" y="28803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4348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pop()→30 → topIndex = 1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48056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8056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25780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5780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03504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7F8F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03504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46720" y="28803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046720" y="28803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1838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pop()→20 → topIndex = 0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22960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2960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0684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7F8F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00684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784080" y="3566160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784080" y="3566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never erases data — it just decrements topIndex. Faded cells are still physically in memory but invisible to the ADT; the next push silently overwrites them.</a:t>
            </a:r>
            <a:endParaRPr lang="en-US" sz="1250" dirty="0"/>
          </a:p>
        </p:txBody>
      </p:sp>
      <p:sp>
        <p:nvSpPr>
          <p:cNvPr id="5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4892040"/>
          </a:xfrm>
          <a:prstGeom prst="roundRect">
            <a:avLst>
              <a:gd name="adj" fmla="val 149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52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linked_stack.cpp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106070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LinkedStack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topNode;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LinkedStack() : topNode(nullptr) {}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push(int value)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newNode = new Node(value);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newNode-&gt;next = topNode;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topNode = newNode;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pop()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(isEmpty()) throw underflow_error("Stack underflow");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oldTop = topNode;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value = oldTop-&gt;data;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topNode = topNode-&gt;next;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oldTop;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value;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inserts at the head; pop removes from the head. Neither ever walks the list — no fixed-capacity limit, no resize.</a:t>
            </a:r>
            <a:endParaRPr lang="en-US" sz="12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Stack: Nodes on the Heap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topNode = nullptr (empty)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topNode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nullptr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42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push(100), push(200)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topNode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3291840"/>
            <a:ext cx="228600" cy="91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48840" y="29260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29260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200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291840"/>
            <a:ext cx="320040" cy="91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29260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29260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100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nullptr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pop() → 200 (node freed)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389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topNode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4754880"/>
            <a:ext cx="228600" cy="914"/>
          </a:xfrm>
          <a:prstGeom prst="line">
            <a:avLst/>
          </a:prstGeom>
          <a:noFill/>
          <a:ln w="1905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48840" y="43891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8840" y="43891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100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nullptr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pop() genuinely frees the old top node's memory — no leftover “dead” data, since each node is its own heap allocation.</a:t>
            </a:r>
            <a:endParaRPr lang="en-US" sz="1250" dirty="0"/>
          </a:p>
        </p:txBody>
      </p:sp>
      <p:sp>
        <p:nvSpPr>
          <p:cNvPr id="2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vs. Linked-List-Based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Array-based 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Linked-list-based 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at construction (or resize-and-copy)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one node at a time, limited by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/ element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the element itself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plus one next pointer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— contiguous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— nodes scattered on the heap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size known or boundable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unpredictable, no pre-reservation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std::vector's growth strategy borrows the array stack's idea: it doubles capacity when full, keeping amortized push O(1) even though a resizing push is O(n).</a:t>
            </a:r>
            <a:endParaRPr lang="en-US" sz="125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Stack Operations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72768"/>
            <a:ext cx="233172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O(1)*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53589"/>
            <a:ext cx="233172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572768"/>
            <a:ext cx="233172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53589"/>
            <a:ext cx="233172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572768"/>
            <a:ext cx="233172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653589"/>
            <a:ext cx="233172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52560" y="1572768"/>
            <a:ext cx="233172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653589"/>
            <a:ext cx="233172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*push is O(1) unless the array is full and must resize-and-copy.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3434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stack operation is O(1) in both implementations.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entirely about capacity: the array version has a hard limit (or needs a resize-and-copy step), while the linked-list version keeps growing one node at a time for as long as memory allows.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and Underflow: Real, Caught Exceptions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3200400"/>
          </a:xfrm>
          <a:prstGeom prst="roundRect">
            <a:avLst>
              <a:gd name="adj" fmla="val 228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521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stack_edge_cases.cpp — CAPACITY =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stack.push(60);   // 6th push on a CAPACITY=5 stack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(const overflow_error&amp; e)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"caught: " &lt;&lt; e.what();  // "Stack overflow"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stack.pop();      // pop on an already-empty stack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(const underflow_error&amp; e)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"caught: " &lt;&lt; e.what();  // "Stack underflow"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4348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onto an already-full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array-based stack only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44348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8A33D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443484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popping/peeking an empty stack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BOTH implementations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LinkedStack has no CAPACITY and can't overflow the same way — but new itself throws std::bad_alloc if the system truly runs out of heap.</a:t>
            </a:r>
            <a:endParaRPr lang="en-US" sz="120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enforces LIFO (Last In, First Out) — the only element you can ever touch is the one on top.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ADT has three core operations — push, pop, peek — each O(1) regardless of whether it's array- or linked-list-based.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array-based stack has a fixed capacity (or needs a resize); a linked-list-based stack grows indefinitely, one node at a time, at the cost of one pointer per element.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(pushing when full) only threatens the array-based version; underflow (popping/peeking when empty) threatens both, and both implementations guard against it with a clear exception.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almost always reaches for std::stack — but understanding push/pop mechanics is what makes Lecture 11's stack-based algorithms make sense.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2026-09-23T18:51:13Z</dcterms:created>
  <dcterms:modified xsi:type="dcterms:W3CDTF">2026-09-23T18:51:13Z</dcterms:modified>
</cp:coreProperties>
</file>
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840480" cy="3840480"/>
          </a:xfrm>
          <a:prstGeom prst="ellipse">
            <a:avLst/>
          </a:prstGeom>
          <a:solidFill>
            <a:srgbClr val="2FE6C4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8B7FD9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STACKS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Stack Applications: Expression Conversion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applications of stacks: calls, backtracking, undo/redo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671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Infix, prefix, and postfix notation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precedence and associativity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4962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infix to postfix using a stack, traced token by token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736592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6908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a postfix expression using a stack</a:t>
            </a:r>
            <a:endParaRPr lang="en-US" sz="16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Stacks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640080" cy="64008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2618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 management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9164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pushes a stack frame (locals, return address) onto the call stack; returning pops it. This is why it's called a call stack.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640080" cy="64008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↲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8620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29184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that try a path and “undo” it if it fails (maze solving, Sudoku) push each decision, then pop back to the last decision point on a dead end.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↶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4622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/ redo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89204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pushed onto an undo stack; undoing pops the most recent action and reverses it.</a:t>
            </a:r>
            <a:endParaRPr lang="en-US" sz="135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Notation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554480"/>
          <a:ext cx="96012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301752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position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Example: “3 plus 4”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the two operands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+ 4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the two operands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+ 3 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Postfix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the two operands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4 +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280160" y="4160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Infix is what humans write naturally — but it's hard for a computer to evaluate directly, since it must know precedence and parentheses. Postfix needs neither: evaluated left to right with just a stack.</a:t>
            </a:r>
            <a:endParaRPr lang="en-US" sz="1350" dirty="0"/>
          </a:p>
        </p:txBody>
      </p:sp>
      <p:sp>
        <p:nvSpPr>
          <p:cNvPr id="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Precedence and Associativity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463040"/>
          <a:ext cx="96012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337560"/>
                <a:gridCol w="333756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Precedence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Associativity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^ (exponent)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to left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*, /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to right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+, -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to right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1280160" y="4160520"/>
            <a:ext cx="9601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600200" y="43434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Associativity is the tie-breaker for equal precedence.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10 - 3 - 2 evaluates left to right: (10 - 3) - 2 = 5, because - is left-associative.</a:t>
            </a:r>
            <a:endParaRPr lang="en-US" sz="135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Infix → Postfix: The Algorithm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2FE6C4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operand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154680" y="1371600"/>
            <a:ext cx="8458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directly to output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8B7FD9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23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'('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2423160"/>
            <a:ext cx="8458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onto the stack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E8A33D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74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')'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3474720"/>
            <a:ext cx="8458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+ output until '(' is popped, then discard it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14181C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526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4526280"/>
            <a:ext cx="8458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+ output while stack top has ≥ precedence, then push this operator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scanning the whole expression, pop and output any remaining operators.</a:t>
            </a:r>
            <a:endParaRPr lang="en-US" sz="1250" dirty="0"/>
          </a:p>
        </p:txBody>
      </p:sp>
      <p:sp>
        <p:nvSpPr>
          <p:cNvPr id="1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3+4*2, Token by Token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846320"/>
                <a:gridCol w="2468880"/>
                <a:gridCol w="219456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(bottom→top)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operand: append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(empty)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empty, push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operand: append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'+' has lower precedence — don't pop, push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operand: append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3 4 2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(end)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everything remaining: *, then 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(empty)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4 2 * 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'*' ends up before '+' in the postfix result even though '+' appears first: '*' was pushed after '+' (binds tighter), so it's popped and output first once the stack unwinds.</a:t>
            </a:r>
            <a:endParaRPr lang="en-US" sz="125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Conversion Loop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64240" cy="4709160"/>
          </a:xfrm>
          <a:prstGeom prst="roundRect">
            <a:avLst>
              <a:gd name="adj" fmla="val 1553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15214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infix_to_postfix.cpp — core loop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44752"/>
            <a:ext cx="106070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(char token : infix)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(isdigit(token))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postfix &lt;&lt; token;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if (token == '(')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operators.push(token);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if (token == ')')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(!operators.empty() &amp;&amp; operators.top() != '(')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postfix &lt;&lt; ' ' &lt;&lt; operators.top();  operators.pop();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operators.pop();   // discard the matching '('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(!operators.empty() &amp;&amp;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precedence(operators.top()) &gt;= precedence(token))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postfix &lt;&lt; operators.top() &lt;&lt; ' ';  operators.pop();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operators.push(token);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precedence('(') returns 0 — the lowest possible — so an operator never pops past an open paren while scanning.</a:t>
            </a:r>
            <a:endParaRPr lang="en-US" sz="120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Harder Trace: 5*(3+2)-8/4^2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 every rule at once: a (...) pair that must fully resolve first, a lower-precedence '-' waiting behind a completed multiplication, and a right-associative '^'.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'(' (step 3)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37360" y="379476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37360" y="3794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37360" y="32918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2FE6C4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37360" y="3291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'+' pushed inside, then ')' pops it and discards '('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')' resolves (step 7)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23560" y="379476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2FE6C4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23560" y="3794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4434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'*' left sitting from step 2, waiting through the (...) group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'-' pushes (step 8)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509760" y="379476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2FE6C4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09760" y="3794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434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'*' has higher precedence than '-': popped + output first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86200" y="3291840"/>
            <a:ext cx="457200" cy="914"/>
          </a:xfrm>
          <a:prstGeom prst="line">
            <a:avLst/>
          </a:prstGeom>
          <a:noFill/>
          <a:ln w="2540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72400" y="3291840"/>
            <a:ext cx="457200" cy="914"/>
          </a:xfrm>
          <a:prstGeom prst="line">
            <a:avLst/>
          </a:prstGeom>
          <a:noFill/>
          <a:ln w="2540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result: 5 3 2 + * 8 4 2 ^ / -  — matches the compiled program's real output exactly.</a:t>
            </a:r>
            <a:endParaRPr lang="en-US" sz="125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Expression Evaluation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left to right, push every operand; on an operator, pop the top two, apply it, push the result back.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6362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postfix_eval.cpp — evaluatePostfix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56232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(tokens &gt;&gt; token)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(isdigit(token[0]))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values.push(stoi(token));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b = values.top(); values.pop();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a = values.top(); values.pop();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result = 0;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switch (token[0])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case '+': result = a + b; break;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case '-': result = a - b; break;   // order matters!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... '*' and '/' the same way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values.push(result);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values.top();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 order matters for '-' and '/': b was pushed last, so a - b (not b - a) is the correct order.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5 1 2 + 4 * + 3 -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097280"/>
          <a:ext cx="9601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(bottom→top)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5, 1, 2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operands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5 1 2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2,1 → 1+2=3, push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operand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5 3 4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4,3 → 3*4=12, push 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12,5 → 5+12=17, push 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operand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3,17 → 17-3=14, push 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1280160" y="5074920"/>
            <a:ext cx="9601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1417320" y="5184648"/>
            <a:ext cx="932688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5783580"/>
            <a:ext cx="93268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stack holds exactly one value — the answer to 5 + (1 + 2) * 4 - 3</a:t>
            </a:r>
            <a:endParaRPr lang="en-US" sz="120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55064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34440" y="1490472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Prefix, infix, and postfix are three ways to write the same expression, differing only in where the operator sits relative to its operands.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596896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2432304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can be evaluated left to right using only a stack, with no precedence rules or parentheses needed — exactly why compilers convert to it internally.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38728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3374136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Infix-to-postfix conversion holds operators on a stack until a lower-or-equal precedence operator forces earlier ones out — parentheses act as a hard wall nothing can pop past.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4315968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harder expression like 5*(3+2)-8/4^2 shows parentheses, mixed precedence, and right-associativity all at once — tracing the stack token by token makes it concrete.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422392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5257800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evaluation is the mirror operation: push operands, and on each operator pop two, apply it in the right order, and push the result back.</a:t>
            </a:r>
            <a:endParaRPr lang="en-US" sz="150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2026-09-23T18:53:06Z</dcterms:created>
  <dcterms:modified xsi:type="dcterms:W3CDTF">2026-09-23T18:53:06Z</dcterms:modified>
</cp:coreProperties>
</file>
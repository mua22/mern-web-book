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STACKS AND RECURSION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Recursion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and recursive case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recursion uses the call stack, traced frame by frame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 — a real timed comparison on Fibonacci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recursion can exhaust the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recursion, and its advantages and limitations</a:t>
            </a:r>
            <a:endParaRPr lang="en-US" sz="16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and Recursive 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version, answered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— no further recursive call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80760" y="10515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05156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itself on a smaller problem,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combines that result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8895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factorial.cpp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82112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factorial(int n)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              // base case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 - 1);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recursive case: smaller problem, then combine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reachable base case, the function calls itself forever — the single most common bug in recursive code.</a:t>
            </a:r>
            <a:endParaRPr lang="en-US" sz="125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Stack, Frame by Frame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pushes a stack frame; a recursive call is just a function pushing another copy of itself — stacked exactly like Lecture 10's LinkedStack.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1680" y="4864608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486460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factorialTraced(4)  —  waiting on: 4 * factorialTraced(3)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0" y="4242816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424281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factorialTraced(3)  —  waiting on: 3 * factorialTraced(2)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0" y="3621024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362102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factorialTraced(2)  —  waiting on: 2 * factorialTraced(1)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0" y="2999232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299923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factorialTraced(1)  —  waiting on: 1 * factorialTraced(0)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0" y="237744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2377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factorialTraced(0)  —  BASE CASE — returns 1 immediately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flipH="1">
            <a:off x="9418320" y="2688336"/>
            <a:ext cx="731520" cy="91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195560" y="2487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Unwinding, base case up: 0→1 (1×1=1) → 2 (2×1=2) → 3 (3×2=6) → 4 (4×6=24) — each frame resumes, multiplies, and pops.</a:t>
            </a:r>
            <a:endParaRPr lang="en-US" sz="12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It Happen: A Traced Call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recursion_trace.cpp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factorialTraced(int n, int depth=0)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indent(depth*2, ' ');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indent &lt;&lt; "-&gt; f(" &lt;&lt; 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&lt;&lt; ") called" &lt;&lt; endl;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0)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indent &lt;&lt; "&lt;- base case";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result = n *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factorialTraced(n-1, depth+1);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indent &lt;&lt; "&lt;- returning 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&lt;&lt; result &lt;&lt; endl;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00584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0" y="11521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for factorialTraced(4)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44752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factorialTraced(4) called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factorialTraced(3) called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factorialTraced(2) called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factorialTraced(1) called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factorialTraced(0) called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&lt;- base case, returning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 factorialTraced(1) returning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&lt;- factorialTraced(2) returning 2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factorialTraced(3) returning 6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factorialTraced(4) returning 24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24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go down (indenting deeper) until the base case; results come back up in reverse order — the call stack's LIFO behavior, made visible.</a:t>
            </a:r>
            <a:endParaRPr lang="en-US" sz="120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call-stack space for n nested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extra space, just loop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closer to the mathematical definition (trees are naturally recursive)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less obvious for inherently recursive problems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overflow if the base case is unreachable or input is very 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 if the condition is wrong — no stack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recursion can do, a loop can also do — the two are computationally equivalent. The choice is about which expresses the problem more naturally.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Exponential Repeated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appears twice and fib(2) appears three times in just this small slice down to fib(5) — each identical call redoes its entire subtree from scratch.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 flipV="1">
            <a:off x="3543300" y="2103120"/>
            <a:ext cx="260604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9340" y="2103120"/>
            <a:ext cx="260604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263140" y="3108960"/>
            <a:ext cx="128016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43300" y="3108960"/>
            <a:ext cx="128016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475220" y="3108960"/>
            <a:ext cx="128016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5380" y="3108960"/>
            <a:ext cx="118872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23060" y="4114800"/>
            <a:ext cx="64008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3140" y="4114800"/>
            <a:ext cx="640080" cy="502920"/>
          </a:xfrm>
          <a:prstGeom prst="line">
            <a:avLst/>
          </a:prstGeom>
          <a:noFill/>
          <a:ln w="1905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60020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16002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6060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6060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8B7FD9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3611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8B7FD9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3736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611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3611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18320" y="3611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1832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6177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4617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77440" y="46177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77440" y="4617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count roughly doubles with every increase in n — O(2ⁿ) total calls, genuinely exponential, unlike factorial's O(n).</a:t>
            </a:r>
            <a:endParaRPr lang="en-US" sz="1250" dirty="0"/>
          </a:p>
        </p:txBody>
      </p:sp>
      <p:sp>
        <p:nvSpPr>
          <p:cNvPr id="3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Wildly Different Cost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fib_recursive_vs_iterative.cpp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fibRecursive(int n)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&lt;= 1) return n;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fibRecursive(n-1)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fibRecursive(n-2);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fibIterative(int n)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prev=0, curr=1;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i=2; i&lt;=n; i++)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next = prev+curr;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curr; curr = next;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curr;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00584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0" y="1115568"/>
            <a:ext cx="416052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054657"/>
            <a:ext cx="416052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fibRecursive(32) is at least 100x slower than fibIterative(32) on the same machine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288036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0" y="2990088"/>
            <a:ext cx="416052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2178309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929177"/>
            <a:ext cx="416052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compute the exact same fib(32) — correctness isn't the issue, cost 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prints a bucketed verdict (“at least 100x slower”), not a raw millisecond count — the exact ratio depends on the machine, but exponential-beats-linear by orders of magnitude does not.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5 and 6 (trees and graphs) fix exactly this kind of repeated-subproblem waste with memoization — caching each subproblem's answer the first time it's computed.</a:t>
            </a:r>
            <a:endParaRPr lang="en-US" sz="125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Recursion Can Exhaust the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deep_recursion.cpp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recurseTo(int target, int current = 1)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(current &gt;= target) return current;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recurseTo(target, current + 1);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3264408"/>
            <a:ext cx="23317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46804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successfully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3264408"/>
            <a:ext cx="23317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146804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successfully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3264408"/>
            <a:ext cx="23317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146804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successfully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52560" y="3264408"/>
            <a:ext cx="23317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~30–40k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4146804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crash threshold, MinGW/Windows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call stack is only a few megabytes (set by the OS at start), nothing like the gigabytes of heap new can draw from. Recurse deep enough and it runs out: a stack overflow that typically crashes the program immediately, with no exception to catch.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never “recurse more carefully” — it's converting to an equivalent iterative loop, or explicitly managing your own heap-based stack.</a:t>
            </a:r>
            <a:endParaRPr lang="en-US" sz="12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Recursion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1704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recursion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9105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calls itself directly, as factorial does.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A⇄B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79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recursion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09981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 calls function B, which calls A again.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1879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60857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call is the very last thing the function does, with no pending work afterward — some compilers can optimize this into a loop.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factorial(int n) is not tail-recursive (pending n* means the frame is still needed after the call returns); a rewrite with an accumulator parameter would be — but C++ never guarantees the optimization happens.</a:t>
            </a:r>
            <a:endParaRPr lang="en-US" sz="115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80760" y="118872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1887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349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Naturally expresses problems that are themselves defined recursively — tree traversal, graph traversal, and divide-and-conquer sorting all read far more clearly as recursion than hand-rolled loops.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shorter and closer to a mathematical proof than the equivalent iterative code.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965960"/>
            <a:ext cx="5349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call consumes stack memory — deep recursion on very large inputs can overflow the stack, a risk plain loops don't share.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slower than iteration due to function-call overhead, unless the compiler optimizes it away.</a:t>
            </a:r>
            <a:endParaRPr lang="en-US" sz="13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 recursive function needs a base case (stops the recursion) and a recursive case (calls itself on a smaller problem).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 use the call stack exactly like any other function call — LIFO, each paused call waiting for the one below it to return.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iteration are computationally equivalent, but not equally fast: naive recursive Fibonacci is O(2ⁿ) from massively overlapping repeated work, while the iterative version is O(n).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unreachable base case causes a stack overflow — the most common bug in recursive code; even a correct base case doesn't save you if the recursion is simply too deep for the available stack space.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 can in principle be optimized into a loop at zero extra stack cost, but C++ never guarantees this, so it shouldn't replace an explicit iterative rewrite when stack depth is a genuine concern.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2026-09-23T18:55:36Z</dcterms:created>
  <dcterms:modified xsi:type="dcterms:W3CDTF">2026-09-23T18:55:36Z</dcterms:modified>
</cp:coreProperties>
</file>
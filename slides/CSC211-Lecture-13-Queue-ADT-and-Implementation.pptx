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LINEAR STRUCTURES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Queue ADT and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36245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Concept &amp; FIFO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6420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 — the rule that defines every queue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41732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50608" y="136245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ADT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50608" y="166420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enqueue, dequeue, peek, isEmpty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77977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Implementation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08152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indices, and the wasted-space limitation it exposes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83464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77977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/ Empty Edge Cases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308152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checks are mandatory, not optional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19709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 Implementation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49884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Sidesteps wasted space entirely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4251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50608" y="419709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Complexity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449884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vs. linked list, and O(1) for every operation</a:t>
            </a:r>
            <a:endParaRPr lang="en-US" sz="12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FIFO: First In, First Out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elements join at the REAR. Elements leave from the FRONT. Whichever element has waited longest leaves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91840" y="301752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3017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92040" y="301752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3017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301752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3017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3977640" y="2450592"/>
            <a:ext cx="9144" cy="521208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69164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2971800" y="4251960"/>
            <a:ext cx="502920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4008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7178040" y="2450592"/>
            <a:ext cx="9144" cy="521208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95528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enqueue(40)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H="1">
            <a:off x="7909560" y="3794760"/>
            <a:ext cx="274320" cy="45720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" y="493776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47488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705856"/>
            <a:ext cx="28346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/ dequeue time, both ends touched independently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493776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0" y="5047488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5705856"/>
            <a:ext cx="28346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tracked: frontIndex (read) and rearIndex (write)</a:t>
            </a:r>
            <a:endParaRPr lang="en-US" sz="1150" dirty="0"/>
          </a:p>
        </p:txBody>
      </p:sp>
      <p:sp>
        <p:nvSpPr>
          <p:cNvPr id="2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ADT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55648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556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enqueue(value)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55448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value at the rear of the queue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92608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1418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724912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and return the value at the front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096512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1418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0965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peek() / front()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895344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front value without removing 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065776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266944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1418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26694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isEmpty()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5065776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whether the queue has any elements</a:t>
            </a:r>
            <a:endParaRPr lang="en-US" sz="150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Implementation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indices track the two ends independently: frontIndex reads, rearIndex writes.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4160520"/>
          </a:xfrm>
          <a:prstGeom prst="roundRect">
            <a:avLst>
              <a:gd name="adj" fmla="val 1758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03911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array_queue.cpp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50008"/>
            <a:ext cx="103692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ArrayQueue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data[CAPACITY];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frontIndex, rearIndex;   // rearIndex = next free slot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isFull() const { return rearIndex == CAPACITY; 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enqueue(int value)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(isFull()) throw overflow_error("Queue is full");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data[rearIndex++] = value;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dequeue()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(isEmpty()) throw underflow_error("Queue is empty");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data[frontIndex++];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INDICES MOVE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enqueue / dequeue Against the Array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enqueue(10), enqueue(20), enqueue(30)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71600" y="213055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213055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379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43784" y="213055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213055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213055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15968" y="213055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88152" y="213055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88152" y="213055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96712" y="28254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0336" y="213055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0336" y="213055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91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dequeue() -&gt; 10, dequeue() -&gt; 20 (slots 0,1 now stale)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371600" y="391363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DEFF1"/>
          </a:solidFill>
          <a:ln w="19050">
            <a:solidFill>
              <a:srgbClr val="B7BE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3913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43784" y="391363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DEFF1"/>
          </a:solidFill>
          <a:ln w="19050">
            <a:solidFill>
              <a:srgbClr val="B7BE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43784" y="3913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15968" y="391363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15968" y="3913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24528" y="36210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88152" y="391363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88152" y="3913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96712" y="46085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60336" y="391363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0336" y="3913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stale — still physically in the array, but logically dequeued and no longer reachable</a:t>
            </a:r>
            <a:endParaRPr lang="en-US" sz="1150" dirty="0"/>
          </a:p>
        </p:txBody>
      </p:sp>
      <p:sp>
        <p:nvSpPr>
          <p:cNvPr id="3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 THIS EXPOSES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Array Queue Wastes 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6E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rearIndex only ever climbs toward CAPACITY. Once frontIndex moves past a slot, that slot is abandoned forever — even though it's physically free. The queue can report "full" while most of the array sits empty.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630168"/>
            <a:ext cx="32918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370832"/>
            <a:ext cx="301752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permanently wasted after just two dequeues (CAPACITY = 5)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35204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3630168"/>
            <a:ext cx="32918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isFull()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370832"/>
            <a:ext cx="301752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true once rearIndex == CAPACITY, regardless of real content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35204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3630168"/>
            <a:ext cx="32918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-&gt; L14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4370832"/>
            <a:ext cx="301752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 queue reuses freed slots via modulo wraparound</a:t>
            </a:r>
            <a:endParaRPr lang="en-US" sz="115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CHECKS, EVERY 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Queue-Full and Queue-Empty Edge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263640" cy="2743200"/>
          </a:xfrm>
          <a:prstGeom prst="roundRect">
            <a:avLst>
              <a:gd name="adj" fmla="val 266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673352"/>
            <a:ext cx="5751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two guards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84248"/>
            <a:ext cx="57515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isEmpty() const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frontIndex == rearIndex;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isFull() const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rearIndex == CAPACITY;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1508760"/>
            <a:ext cx="4343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compares frontIndex == rearIndex (nothing between them).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isFull() compares rearIndex == CAPACITY (no room to grow).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check genuinely different conditions — skipping either lets enqueue write past the array, or dequeue/peek read uninitialized memory.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617720"/>
            <a:ext cx="10241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= 3 trace: dequeue()/peek() on empty throw underflow_error → enqueue(1,2,3) fills it → enqueue(4) throws overflow_error → draining back to empty, dequeue() throws underflow_error again.</a:t>
            </a:r>
            <a:endParaRPr lang="en-US" sz="1400" dirty="0"/>
          </a:p>
        </p:txBody>
      </p:sp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SIDESTEPPING WASTED SPACE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0" y="1988820"/>
            <a:ext cx="502920" cy="9144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16002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1988820"/>
            <a:ext cx="502920" cy="9144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0" y="16002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988820"/>
            <a:ext cx="640080" cy="9144"/>
          </a:xfrm>
          <a:prstGeom prst="line">
            <a:avLst/>
          </a:prstGeom>
          <a:noFill/>
          <a:ln w="22225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08076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234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frontNode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1234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rearNode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10881360" cy="3246120"/>
          </a:xfrm>
          <a:prstGeom prst="roundRect">
            <a:avLst>
              <a:gd name="adj" fmla="val 2254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6112" y="299923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linked_queue.cpp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10128"/>
            <a:ext cx="103692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enqueue(int value)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newNode = new Node(value);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 { frontNode = rearNode = newNode; return; 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rearNode-&gt;next = newNode;  rearNode = newNode;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dequeue()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oldFront = frontNode;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value = oldFront-&gt;data;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frontNode = frontNode-&gt;next;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(frontNode == nullptr) rearNode = nullptr;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 oldFront;  return value;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ADT, DIFFERENT 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vs. Linked-List-Based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(ArrayQueue)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Contiguous memory — cache-friendly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CAPACITY, set at compile time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frontIndex only moves forward — wastes slots once dequeued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Linked-List-Based (LinkedQueue)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94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Scattered nodes — worse cache locality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Grows one node at a time, no fixed limit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dequeued node is genuinely freed — nothing wasted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size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(CAPACITY)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memory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space after dequeues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663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until Lecture 14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663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nodes freed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10881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166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when...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5166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size known ahead of time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5166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unpredictable</a:t>
            </a:r>
            <a:endParaRPr lang="en-US" sz="125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of Queue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47088"/>
            <a:ext cx="329184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89504"/>
            <a:ext cx="30175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enqueue() — array-based and linked-list-based alike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847088"/>
            <a:ext cx="329184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889504"/>
            <a:ext cx="30175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 — array-based and linked-list-based alike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847088"/>
            <a:ext cx="329184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889504"/>
            <a:ext cx="30175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 — array-based and linked-list-based alike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206240"/>
            <a:ext cx="10241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implementations achieve O(1) for every core operation. The real difference — exactly as with stacks — is about capacity and wasted space, not raw speed. Lecture 14's circular queue closes that gap for the array-based version entirely.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0939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737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enforces FIFO — elements are added at the rear and removed from the front.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651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enqueue, dequeue, and peek are all O(1), in both array-based and linked-list-based implementations.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9227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566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array-based queue needs two independent indices — frontIndex and rearIndex — because the two ends drift apart independently.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8371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480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isFull() and isEmpty() check genuinely different conditions, and both must be checked before every array-touching operation.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7515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394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array-based queue wastes space permanently; a linked-list-based queue avoids this at the cost of cache locality and pointer overhead.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 — COMSATS University Islamabad, Lahore Campus</a:t>
            </a:r>
            <a:endParaRPr lang="en-US" sz="11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2026-09-24T05:34:07Z</dcterms:created>
  <dcterms:modified xsi:type="dcterms:W3CDTF">2026-09-24T05:34:07Z</dcterms:modified>
</cp:coreProperties>
</file>
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LINEAR STRUCTURES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Queue Applications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140817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0992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spoolers, network buffers, resource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36829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 Simulation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67004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queue shrink from the front, job by job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32841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Discrete Event Simulation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63016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 waiting line without opening a real branch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28853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/ Level-Order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59028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drives level-by-level processing of a branching structure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524865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555040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among array, linked list, stack, and queue</a:t>
            </a:r>
            <a:endParaRPr lang="en-US" sz="130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FAIRNESS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of Queues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OS's ready queue: enqueue when a process becomes ready, dequeue when the CPU picks the next one (FCFS).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11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from multiple apps/users sent to the printer one at a time, in submission order.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 Network Buffers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60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arriving faster than they can be forwarded are held in a queue, sized to available memory.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60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 connection pool, shared printers, a hospital's MRI machine — one resource, many requesters, fair order.</a:t>
            </a:r>
            <a:endParaRPr lang="en-US" sz="125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EVERYDAY FIFO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217920" cy="3017520"/>
          </a:xfrm>
          <a:prstGeom prst="roundRect">
            <a:avLst>
              <a:gd name="adj" fmla="val 2424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print_spooler.cpp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57058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queue&lt;PrintJob&gt; spooler;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spooler.push({"Assignment1.pdf", 3});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spooler.push({"Timetable.docx", 1});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spooler.push({"LabManual.pdf", 12});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(!spooler.empty())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PrintJob job = spooler.front();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spooler.pop();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...print job.documentName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1463040"/>
            <a:ext cx="4343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78040" y="1572768"/>
            <a:ext cx="4343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pages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86000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in submission order across 3 jobs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2971800"/>
            <a:ext cx="4343400" cy="1508760"/>
          </a:xfrm>
          <a:prstGeom prst="roundRect">
            <a:avLst>
              <a:gd name="adj" fmla="val 4848"/>
            </a:avLst>
          </a:prstGeom>
          <a:solidFill>
            <a:srgbClr val="FFF6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06640" y="297180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job was submitted first is always at front() — a later job can never "jump the line," no matter how small.</a:t>
            </a:r>
            <a:endParaRPr lang="en-US" sz="125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FIFO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Spooler's Queue State, Step by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3 jobs submitted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0" y="153162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E9FBF7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0" y="15316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Assignment1.pdf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2847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35040" y="153162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5316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Timetable.docx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0" y="153162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15316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LabManual.pdf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146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printing Assignment1.pdf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0" y="262890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E9FBF7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26289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Timetable.docx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3820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62890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26289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LabManual.pdf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118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printing Timetable.docx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0" y="372618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E9FBF7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37261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LabManual.pdf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4792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7091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empty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(nothing left)</a:t>
            </a:r>
            <a:endParaRPr lang="en-US" sz="13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SIMULATION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 Bank Teller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217920" cy="3200400"/>
          </a:xfrm>
          <a:prstGeom prst="roundRect">
            <a:avLst>
              <a:gd name="adj" fmla="val 228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bank_simulation.cpp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57058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queue&lt;int&gt; customerLine;  // arrival minute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arrivalTimes[] = {0, 2, 2, 5, 9};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(!customerLine.empty()) 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arrival = customerLine.front();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customerLine.pop();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serviceStart = max(arrival, teller1FreeAt);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waitTime = serviceStart - arrival;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teller1FreeAt = serviceStart + 3;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78040" y="1463040"/>
            <a:ext cx="3840480" cy="384048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78040" y="14630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463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463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14630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847088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18470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18470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18470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184708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2212848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22128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2128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2128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2128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78040" y="2578608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8040" y="2578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25786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25786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25786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78040" y="2944368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0" y="29443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875520" y="2944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78040" y="3310128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FE3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8040" y="33101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3310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869680" y="3310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875520" y="33101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78040" y="3858768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78040" y="3968496"/>
            <a:ext cx="38404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min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4379976"/>
            <a:ext cx="35661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time, single teller</a:t>
            </a:r>
            <a:endParaRPr lang="en-US" sz="1150" dirty="0"/>
          </a:p>
        </p:txBody>
      </p:sp>
      <p:sp>
        <p:nvSpPr>
          <p:cNvPr id="4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LESS OBVIOUS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/ Level-Order Traversal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root. Repeatedly dequeue a node, process it, and push its children onto the back of the same queue. FIFO guarantees every shallower node is processed before any deeper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H="1">
            <a:off x="4069080" y="2715768"/>
            <a:ext cx="2423160" cy="57607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92240" y="2715768"/>
            <a:ext cx="2423160" cy="57607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2788920" y="3858768"/>
            <a:ext cx="1280160" cy="57607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15400" y="3858768"/>
            <a:ext cx="1280160" cy="57607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214884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32120" y="2148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 v2.0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329184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3291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29184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3291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8800" y="4434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API bug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5440" y="443484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4434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Polish UI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418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53949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0: Ship v2.0     Level 1: Backend work, Frontend work     Level 2: Fix API bug, Polish UI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KEEPS LEVELS FROM BLEEDING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level_order_tasks.cpp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level_order_tasks.cpp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103692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queue&lt;TaskNode*&gt; pending;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pending.push(root);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(!pending.empty())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countAtThisLevel = pending.size();  // snapshot first!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countAtThisLevel; i++)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TaskNode* current = pending.front();  pending.pop();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(current-&gt;left != nullptr) pending.push(current-&gt;left);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(current-&gt;right != nullptr) pending.push(current-&gt;right);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6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are pushed onto the SAME queue mid-loop — snapshotting size() first is what keeps one level from bleeding into the next.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UNITS 2–4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Right Linear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5544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by index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554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 by position, size roughly known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07792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077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72491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either direction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724912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insert/delete, no fixed position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78224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07822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895344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one end only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895344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Most-recent-first: undo, function calls, backtracking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65776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248656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2FE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24865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5065776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rear in, front out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5065776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arrival order: scheduling, buffers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1772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order matter, or need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by position?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position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flipH="1">
            <a:off x="2011680" y="2011680"/>
            <a:ext cx="2468880" cy="109728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61120" y="310896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 List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insert/delete,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pattern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2011680"/>
            <a:ext cx="2468880" cy="109728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2468880"/>
            <a:ext cx="9144" cy="64008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31089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3108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first,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arrival order first?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0" y="466344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4663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H="1">
            <a:off x="4754880" y="4023360"/>
            <a:ext cx="274320" cy="64008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466344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663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0" y="4023360"/>
            <a:ext cx="365760" cy="64008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0939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737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model any system where multiple things wait their turn for one shared resource, in arrival order.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simulation is a real, widely-used application of queues — modeling behavior over time without building the real 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9227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66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also drives breadth-first, level-order traversal: push the root, dequeue-and-enqueue-children, repeat.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8371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Snapshotting size() before each level's inner loop is what keeps levels from bleeding into each other.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7515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394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among array, linked list, stack, and queue comes down to one question: what access pattern does the problem need?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 — COMSATS University Islamabad, Lahore Campus</a:t>
            </a:r>
            <a:endParaRPr lang="en-US" sz="11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2026-09-24T05:35:44Z</dcterms:created>
  <dcterms:modified xsi:type="dcterms:W3CDTF">2026-09-24T05:35:44Z</dcterms:modified>
</cp:coreProperties>
</file>
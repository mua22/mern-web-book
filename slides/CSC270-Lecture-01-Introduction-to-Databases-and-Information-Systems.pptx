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8" r:id="rId19"/>
    <p:sldId id="259" r:id="rId5"/>
    <p:sldId id="269" r:id="rId20"/>
    <p:sldId id="260" r:id="rId6"/>
    <p:sldId id="270" r:id="rId21"/>
    <p:sldId id="261" r:id="rId7"/>
    <p:sldId id="271" r:id="rId22"/>
    <p:sldId id="272" r:id="rId23"/>
    <p:sldId id="262" r:id="rId8"/>
    <p:sldId id="273" r:id="rId24"/>
    <p:sldId id="263" r:id="rId9"/>
    <p:sldId id="274" r:id="rId25"/>
    <p:sldId id="264" r:id="rId10"/>
    <p:sldId id="265" r:id="rId11"/>
    <p:sldId id="275" r:id="rId26"/>
    <p:sldId id="266" r:id="rId12"/>
    <p:sldId id="276" r:id="rId27"/>
    <p:sldId id="277" r:id="rId28"/>
    <p:sldId id="267" r:id="rId13"/>
    <p:sldId id="278" r:id="rId29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
  <Relationship Id="rId20" Type="http://schemas.openxmlformats.org/officeDocument/2006/relationships/slide" Target="slides/slide14.xml"/>
  <Relationship Id="rId21" Type="http://schemas.openxmlformats.org/officeDocument/2006/relationships/slide" Target="slides/slide15.xml"/>
  <Relationship Id="rId22" Type="http://schemas.openxmlformats.org/officeDocument/2006/relationships/slide" Target="slides/slide16.xml"/>
  <Relationship Id="rId23" Type="http://schemas.openxmlformats.org/officeDocument/2006/relationships/slide" Target="slides/slide17.xml"/>
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  <Relationship Id="rId27" Type="http://schemas.openxmlformats.org/officeDocument/2006/relationships/slide" Target="slides/slide21.xml"/>
  <Relationship Id="rId28" Type="http://schemas.openxmlformats.org/officeDocument/2006/relationships/slide" Target="slides/slide22.xml"/>
  <Relationship Id="rId29" Type="http://schemas.openxmlformats.org/officeDocument/2006/relationships/slide" Target="slides/slide23.xml"/>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Databases and Information Systems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database is, and how it differs from an information system built around one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categories of database applications you already use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management evolved from manual filing to file-based systems to databases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systems: how they worked, and the problems that forced a rethink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approach: what changes, concretely, when data is centralized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advantages a DBMS gives you — and the real costs it imposes in return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Information Systems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shared, organized collection of logically related data, designed to meet an organization's information needs.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— many users and programs draw on the same data, not private copies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— structured so it can be found, related, and reasoned about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 related — records about the same real-world entity are known to be connected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to an information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3352800" cy="1097280"/>
          </a:xfrm>
          <a:prstGeom prst="roundRect">
            <a:avLst>
              <a:gd name="adj" fmla="val 6667"/>
            </a:avLst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4133088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8056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Organized, shared, logically related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38600" y="4489704"/>
            <a:ext cx="320040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1" name="Shape 9"/>
          <p:cNvSpPr/>
          <p:nvPr/>
        </p:nvSpPr>
        <p:spPr>
          <a:xfrm>
            <a:off x="4404360" y="4023360"/>
            <a:ext cx="3352800" cy="1097280"/>
          </a:xfrm>
          <a:prstGeom prst="roundRect">
            <a:avLst>
              <a:gd name="adj" fmla="val 6667"/>
            </a:avLst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1520" y="4133088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41520" y="448056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stores, retrieves, and protects that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02880" y="4489704"/>
            <a:ext cx="320040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5" name="Shape 13"/>
          <p:cNvSpPr/>
          <p:nvPr/>
        </p:nvSpPr>
        <p:spPr>
          <a:xfrm>
            <a:off x="8168640" y="4023360"/>
            <a:ext cx="3352800" cy="109728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5800" y="4133088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4480560"/>
            <a:ext cx="307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DBMS + applications + people + procedures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Applications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384048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stored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Accounts, balances, transactions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Approving a debit card transaction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Reservations, schedules, seat maps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Confirming a seat on flight PK-301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University records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Students, courses, enrollments, grades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Producing a graduate's transcript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Telecom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records, subscriber accounts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Generating a monthly phone bill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e-commerce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Products, orders, customers, inventory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“Only 3 left in stock”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Employees, salaries, 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monthly payroll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test: is this really a database problem?  </a:t>
            </a:r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data must be shared by more than one person or program, stay accurate under concurrent access, and survive a crash without loss — it belongs in a database, not a private file.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Data Management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evolved in stages, each responding to the weaknesses of the one before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1249680"/>
          </a:xfrm>
          <a:prstGeom prst="roundRect">
            <a:avLst>
              <a:gd name="adj" fmla="val 5854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901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paper filing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157984"/>
            <a:ext cx="1005840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Ledgers, index cards, filing cabinets — slow, error-prone, one copy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 rot="5400000">
            <a:off x="6007608" y="3085338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215640"/>
            <a:ext cx="10515600" cy="1249680"/>
          </a:xfrm>
          <a:prstGeom prst="roundRect">
            <a:avLst>
              <a:gd name="adj" fmla="val 5854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288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544824"/>
            <a:ext cx="1005840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 owns its own files; no coordination between them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007608" y="4472178"/>
            <a:ext cx="146304" cy="123444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602480"/>
            <a:ext cx="10515600" cy="1249680"/>
          </a:xfrm>
          <a:prstGeom prst="roundRect">
            <a:avLst>
              <a:gd name="adj" fmla="val 5854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6756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approach (DBMS)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931664"/>
            <a:ext cx="10058400" cy="865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managed, shared collection of data serving every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Systems: A University Before Databases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COMSATS ran three separate offices, each with its own file-based system, all needing student data: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Registrar's file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RegNo, Name, CNIC, Address, Program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6280" y="1911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Library's file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25856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RegNo, Name, Address, BooksIssued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78308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1911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office's file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258568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RegNo, Name, Address, FeeBalance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EED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63931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Address are stored three separate times</a:t>
            </a:r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once per office, each written by its own program. That single decision is the root of almost every problem file-based systems became known for.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— the same facts duplicated across every file that needs them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 — independent copies drift apart with no way to tell which is current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sharing — files were never designed to talk to each other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Program-data dependence — physical file layout is hard-coded into each program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Systems: Why It Broke Down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sharing, unanticipated queries — “students who owe a library fine AND a tuition balance” spans two incompatible files; answering it means writing a brand-new program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and security are hard to enforce consistently — each program enforces its own rules (or doesn't); there's no single place to say “a fee balance can never be negative”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every application owning a private copy of the data it needs, </a:t>
            </a:r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data once, centrally, and let every application go through a DBMS to reach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326380" cy="1554480"/>
          </a:xfrm>
          <a:prstGeom prst="roundRect">
            <a:avLst>
              <a:gd name="adj" fmla="val 4706"/>
            </a:avLst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3969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(before)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49606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Registrar, Library, and Finance each keep their own Name/Address copy — three files, three truths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5060" y="2011680"/>
            <a:ext cx="5326380" cy="1554480"/>
          </a:xfrm>
          <a:prstGeom prst="roundRect">
            <a:avLst>
              <a:gd name="adj" fmla="val 4706"/>
            </a:avLst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7940" y="213969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approach (after)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77940" y="2487168"/>
            <a:ext cx="49606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table holds Name/Address once; every office reads the same row through the DBMS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single Student relation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881360" cy="77724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383280"/>
                <a:gridCol w="274320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FA21-BCS-001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 Raza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Town, Lahore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 Computer Science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40080" y="50749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library's and finance's systems no longer keep their own Name/Address copies — they store only BooksIssued / FeeBalance and reference the same shared row through the DBMS.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Database Approach (1/2)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data redundancy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store each fact once wherever possible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redundancy controlled, copies can't disagree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from the same data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combining files answers questions no single file could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of data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existing data can be reused by new applications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integrity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validation rules are defined once and enforced everywhere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access restricted per-user, down to individual columns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the Database Approach (2/2)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of standards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date and ID formats enforced centrally, not per-programmer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of scale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managed system costs less overall than many small ones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conflicting requirements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DBA arranges data for the organization as a whole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accessibility and responsiveness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query languages answer unanticipated questions directly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productivity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DBMS provides storage, retrieval, concurrency, and recovery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backup and recovery</a:t>
            </a:r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far more robust than one programmer's ad hoc script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 of the Database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 is not free — it trades one set of problems for another, smaller but real: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26380" cy="1120140"/>
          </a:xfrm>
          <a:prstGeom prst="roundRect">
            <a:avLst>
              <a:gd name="adj" fmla="val 6531"/>
            </a:avLst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58568"/>
            <a:ext cx="49606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Designers, developers, DBAs, and end users all need to understand enough of the DBMS to use it well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95060" y="1783080"/>
            <a:ext cx="5326380" cy="1120140"/>
          </a:xfrm>
          <a:prstGeom prst="roundRect">
            <a:avLst>
              <a:gd name="adj" fmla="val 6531"/>
            </a:avLst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7940" y="191109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77940" y="2258568"/>
            <a:ext cx="49606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software and the hardware it demands add significant up-front and ongoing expense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131820"/>
            <a:ext cx="5326380" cy="1120140"/>
          </a:xfrm>
          <a:prstGeom prst="roundRect">
            <a:avLst>
              <a:gd name="adj" fmla="val 6531"/>
            </a:avLst>
          </a:prstGeom>
          <a:solidFill>
            <a:srgbClr val="2FE6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5983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performance for narrow needs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07308"/>
            <a:ext cx="49606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DBMS can be slower than a program built for exactly one task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95060" y="3131820"/>
            <a:ext cx="5326380" cy="1120140"/>
          </a:xfrm>
          <a:prstGeom prst="roundRect">
            <a:avLst>
              <a:gd name="adj" fmla="val 6531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7940" y="3259836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impact of a failure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377940" y="3607308"/>
            <a:ext cx="49606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shared database means an outage affects every dependent application at once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shared, organized, logically related data; a DBMS manages it; an information system is the database, DBMS, and applications together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quietly power banking, airlines, university records, telecom, sales, and HR systems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gave each application its own private files, causing redundancy, inconsistency, poor sharing, and program-data dependence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 replaces many private files with one centrally managed, shared pool of data accessed through a DBMS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 earns real advantages — consistency, integrity, security, standards, and recovery — at the cost of complexity, expense, and a bigger blast radius on failure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vs. Spreadsheet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stores data too — but it has none of a DBMS's built-in guarantees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enforced structure: nothing stops a “Student ID” column from holding text, duplicates, or values with no matching student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concurrent access: a DBMS lets 50 people update the same data at once without corrupting it; a shared spreadsheet file cannot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 recovery: a DBMS restores a consistent state after a crash; a spreadsheet application offers no such guarantee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multiple people must trust the same numbers at the same time, it belongs in a database, not a spreadsheet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Really a Database Problem?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three-part test: shared by more than one person or program; must stay accurate under concurrent updates; must survive a crash without silent loss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— a professor's personal sign-up sheet that no one else reads: fails all three conditions, so a plain file is fine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— the same sign-up sheet, now also read by the department office and by TAs to confirm attendance: now shared and must stay consistent, so it belongs in a database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is about consequences, not size: a small table many people rely on at once needs a database; a huge file only one program ever touches may not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airlines, and university records all pass this test immediately — that is exactly why they are database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Focus on File-Based Systems First?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Memorizing the three stages — manual filing, file-based systems, the database approach — is not the point of this lecture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understanding why each stage failed, because that failure is exactly what the next stage was built to fix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reward close study: structured enough to resemble a database, yet broken in ways a database directly solves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few slides stay inside the file-based world and look hard at exactly how it breaks, before showing how the database approach fixes it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Tracing an Inconsistency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384048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of the Three Copies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offices' files are created together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 show the same 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moves; tells only the Registrar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updated; Library &amp; Finance stale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mails a notice to the file 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 to the OLD address — never arrives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computes a late fee from its copy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is wrong — the move was unrecorded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applies for a transcript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and Finance now disagree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independent “truths,” one real fact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 alone knows which copy is current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files, one fact, and no single place to look for the truth — this is exactly the inconsistency problem file-based systems cannot solve on their own.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Sharing &amp; Program-Data Dependence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sharing — the library's program cannot simply ask the registrar's file “is this student still enrolled?”; the files were never designed to talk to each other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Program-data dependence — a file's physical layout (field order, field sizes, data types) is hard-coded directly into the program that reads it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consequence: the registrar decides to add a Major field to its student file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that reads that file — not just the registrar's own software — must be found, rewritten, and recompiled before anything works again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database, the same change is one instruction to the DBMS; programs that don't care about Major are not affected at all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Inconsistency Is the Most Dangerous Failure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 student pays their entire outstanding tuition balance at the finance office in week 10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the finance office updates only its own file; no other office's file is touched, because the files don't talk to each other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in week 14, the student applies for their transcript at the registrar's office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registrar's file still shows the balance from before the payment; it was never told the payment happened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the transcript request is blocked, even though the debt no longer exists, because the stale copy looks just as “official” as the current one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worse than redundancy: wasted storage is a visible, budgetable cost; a wrong “official” answer is invisible until it blocks someone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Rebuilding the Student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881360" cy="3108960"/>
        </p:xfrm>
        <a:graphic>
          <a:graphicData uri="http://schemas.openxmlformats.org/drawingml/2006/table">
            <a:tbl>
              <a:tblPr/>
              <a:tblGrid>
                <a:gridCol w="2377440"/>
                <a:gridCol w="4663440"/>
                <a:gridCol w="3840480"/>
              </a:tblGrid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It Stores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Changed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(one copy)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RegNo, Name, Address, Program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in one place, via the DBMS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Library's own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RegNo (reference), BooksIssued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Name/Address — lives only in Student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Finance's own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RegNo (reference), FeeBalance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Name/Address — same shared reference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Updating an address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Student.Address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and Finance see it immediately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Cross-office query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AND balance, one query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on RegNo — no new program needed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to 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question, file-based world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a brand-new program from scratch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7548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disappeared:  </a:t>
            </a:r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Name or Address columns anywhere outside the Student table — redundancy is gone by construction, not by discipline.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in Action: Applying Them to COMSATS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security, concretely — a library clerk's login can be restricted to BooksIssued, with no access to another student's FeeBalance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integrity, concretely — one rule, “FeeBalance can never be negative,” is defined once and applies to every application automatically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from the same data — one query across the shared Student table answers “who owes a library fine and a tuition balance?” directly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conflicting requirements — a DBA tunes the shared database for the registrar, library, and finance office together, not for one office alone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was impossible, or required a brand-new custom program, back when the three offices kept separate files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Adopt the Database Approach Anyway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disadvantages — complexity, cost, narrower performance, bigger blast radius — are usually enough on their own to justify going back to file-based systems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redundancy and inconsistency problems of file-based systems only get worse as an organization grows; they never self-correct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approach's costs are largely one-time: learning the technology, paying for the software and hardware up front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a tiny, single-user, single-purpose tool with no sharing requirement may genuinely be better served by a plain file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trade-off, not a universal law — but for any shared, growing dataset, the trade-off almost always favors the database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File Chaos to a Managed Database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three COMSATS offices, each keeping its own private file, each with its own copy of Name and Address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duplicated copies drifted apart — the exact mechanism behind data redundancy and data inconsistency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approach's fix: store each fact once, centrally, and route every application through a DBMS to reach it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change unlocked consistency, integrity, security, and shared access — at the cost of added complexity and a bigger blast radius on failure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2 opens up what a DBMS is actually made of, and who is responsible for a database once an organization adopts this approach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Ahead: Lecture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3327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picks up exactly where this one stops: the database approach's environment, roles, and components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meet the people responsible for a real database — the DBA, application programmers, and end users — and what each one does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the DBMS's own internal components: the query processor, the storage manager, and the catalog that describes the data itself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today's lecture — why centralize data, what it buys you — becomes the motivation for everything Lecture 2 names and defines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2026-09-29T15:23:50Z</dcterms:created>
  <dcterms:modified xsi:type="dcterms:W3CDTF">2026-09-29T15:23:50Z</dcterms:modified>
</cp:coreProperties>
</file>
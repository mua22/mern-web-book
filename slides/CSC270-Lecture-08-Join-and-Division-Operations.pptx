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Division Operations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7863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 (θ-join) — Cartesian product plus an arbitrary comparison condition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 — the special case of theta join using only equality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(⋈) — an equijoin with the duplicate attribute removed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joins — left, right, and full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(÷) — answering “find every X related to all of a given set of Y”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675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(propertyNo, street, city, type, rooms, rent, ownerNo, staffNo, branchNo) — note PG55, staffNo NULL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280160"/>
                <a:gridCol w="868680"/>
                <a:gridCol w="777240"/>
                <a:gridCol w="868680"/>
                <a:gridCol w="1051560"/>
                <a:gridCol w="105156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850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(clientNo, propertyNo, viewDate, comment) — composite primary key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2194560"/>
                <a:gridCol w="33832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remote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dining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expensive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 (θ-Join)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914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⋈θ S  ≡  σθ (R × S)      — θ can be =, ≠, &lt;, &gt;, ≤, ≥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which (client, Lahore property) pairs can the client actually afford — maxRent ≥ rent?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⋈ Client.maxRent ≥ PropertyForRent.rent (σ city='Lahore' (PropertyForRent))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3566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343400" y="2404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properties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697480"/>
          <a:ext cx="3291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863840" y="24048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4 of 9 pairs survive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697480"/>
          <a:ext cx="3794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74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CR56(25000) vs PA14(22000)✓, PG4(35000)✗, PG36(24500)✓. CR62(30000) vs PA14✓, PG4✗, PG36✓. CR76(20000) vs PA14✗, PG4✗, PG36✗.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CR76 disappears entirely — none of the three Lahore properties fit their 20,000 budget.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theta join where θ is restricted to equality — the most common join, used whenever matching a foreign key to the primary key it references.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⋈ Staff.branchNo = Branch.branchNo Branch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30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33832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60520" y="21305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423160"/>
          <a:ext cx="2331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675120" y="2130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branchNo appears TWICE</a:t>
            </a:r>
            <a:endParaRPr lang="en-US" sz="12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423160"/>
          <a:ext cx="49377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96012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43434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4181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flaw: the redundant column  </a:t>
            </a:r>
            <a:pPr indent="0" marL="0">
              <a:buNone/>
            </a:pPr>
            <a:r>
              <a:rPr lang="en-US" sz="125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 is listed twice, and by construction every value in both columns is identical. Carrying it around is wasteful. Natural join exists to fix this.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(⋈)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equijoin on ALL attributes the two relations have in common (by name), with the duplicate column dropped. Plain ⋈ with no condition almost always means natural join.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⋈ Branch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084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one branchNo column, same 5 rows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2377440"/>
          <a:ext cx="7406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2FE6C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4507992"/>
            <a:ext cx="32461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R×S, filtered by any comparison operator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87368" y="495147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4434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8B7FD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80560" y="4507992"/>
            <a:ext cx="32461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join, θ = "=" — keeps BOTH matched columns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82128" y="495147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38160" y="4434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8A3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75320" y="4507992"/>
            <a:ext cx="32461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 on shared names — duplicate column removed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Joins: the Problem with Inner Join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so far is an inner join: an unmatched tuple simply vanishes. Outer joins keep unmatched rows and pad the missing side with NULL.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⋈ PropertyForRent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both SL41 (no properties) and PG55 (no staff) vanish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377440"/>
          <a:ext cx="10149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920240"/>
                <a:gridCol w="219456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Lee (SL41) manages no properties at all; PG55 has no assigned staff (staffNo = NULL). Each outer join variant restores exactly one gap — or both.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 (⟕)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tuple of the left relation, padding with NULL where no match exists on the right.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⟕ PropertyForRent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933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staff member kept, even with zero properties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286000"/>
          <a:ext cx="10149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920240"/>
                <a:gridCol w="219456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SL41 is back, NULL filling every column that would have come from PropertyForRent — nothing on the left is ever dropped.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OUTER JOIN (⟖)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to left outer join: keeps every tuple of the RIGHT relation instead.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⟖ PropertyForRent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933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kept, even with no assigned staff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286000"/>
          <a:ext cx="10149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920240"/>
                <a:gridCol w="219456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PG55 (rent 19,000, no assigned staff) is back; SL41 is gone again — right outer join only ever protects rows from the right relation.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tuple from BOTH relations, padding with NULL on whichever side has no match.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⟗ PropertyForRent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933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either side is ever dropped — 8 rows total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286000"/>
          <a:ext cx="10149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920240"/>
                <a:gridCol w="219456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919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fast: lose no left rows → left outer. Lose no right rows → right outer. Complete audit of both → full outer.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(÷)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“find every value of A associated, in every single case, with ALL of the values in some set of B.” Given R(A,B) and S(B), R÷S returns every a such that (a,b) exists in R for every tuple b in 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which clients have viewed EVERY property located in Lahore?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21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Divisor: Lahore propertyNo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023360" y="2221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Dividend: π clientNo, propertyNo (Viewing)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25146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046720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clientNo</a:t>
            </a:r>
            <a:endParaRPr lang="en-US" sz="12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2514600"/>
          <a:ext cx="3566160" cy="914400"/>
        </p:xfrm>
        <a:graphic>
          <a:graphicData uri="http://schemas.openxmlformats.org/drawingml/2006/table">
            <a:tbl>
              <a:tblPr/>
              <a:tblGrid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7240" y="4754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clientNo, propertyNo (Viewing) ÷ π propertyNo (σ city='Lahore' (PropertyForRent))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CR56 has viewed all three Lahore properties. Division has no notion of “mostly” — it's all-or-nothing.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Division, Worked by Hand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dividend by clientNo and check whether that client's viewed-property set is a superset of the divisor {PA14, PG4, PG36}.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3246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CR56 → {PA14,PG4,PG36}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of divisor — KEPT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87368" y="234543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10512"/>
            <a:ext cx="3246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CR62 → {PA14,PG4}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PG36 — dropped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82128" y="234543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10512"/>
            <a:ext cx="3246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CR76 → {PG4}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PA14, PG36 — dropped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1418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has no single native SQL keyword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SELECT, PROJECT, and the joins, division has to be built — typically with a double negation (“no Lahore property exists that this client has NOT viewed”) using nested NOT EXISTS subqueries, or GROUP BY plus HAVING COUNT(...) = (divisor count).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hand-traced mental model of division from examples like this is what makes that SQL pattern eventually click.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Division Operations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join = Cartesian product + a SELECT with any comparison operator θ — the most general join.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 restricts θ to = and always leaves a redundant duplicate column behind.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(⋈) is an equijoin on all commonly-named attributes, with the duplicate column automatically removed — the join you'll write most often.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joins preserve unmatched rows an inner join would drop: left keeps every left row, right keeps every right row, full keeps both, all padded with NULL.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(÷) answers “find every A related to ALL of a given set of B” — group the dividend by A and keep groups whose B-values are a superset of the divisor; no single SQL keyword, usually NOT EXISTS or GROUP BY / HAVING COUNT.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2026-09-29T15:28:15Z</dcterms:created>
  <dcterms:modified xsi:type="dcterms:W3CDTF">2026-09-29T15:28:15Z</dcterms:modified>
</cp:coreProperties>
</file>
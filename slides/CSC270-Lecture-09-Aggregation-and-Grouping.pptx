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and Grouping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Summarizing many tuples into meaningful answers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Lecture Covers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relational algebra's five basic operators cannot answer summary questions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functions: COUNT, SUM, AVG, MIN, MAX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operator ℱ (script F)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grouping operator 𝒢 (script G) and grouping attributes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grouping with aggregation to answer per-group questions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 and common pitfalls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Kind of Question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σ, π, and ⋈ always return a relation of the same general shape — still rows and columns, one tuple per matching input row.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the total salary bill?” is not about which tuples to keep — it needs every tuple reduced to a single number.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σ, π, or ⋈ expression can produce a value computed across many tuples — relational algebra needs a new operator family.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9202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(staffNo, name, position, salary, branchNo)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267712"/>
          <a:ext cx="466344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932688"/>
                <a:gridCol w="932688"/>
                <a:gridCol w="932688"/>
                <a:gridCol w="932688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223760" y="4343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of salary = 30000 + 12000 + 18000 + 9000 + 22000 = 91000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Standard Aggregate Functions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8321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values (or tuples)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of all values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 mean of all values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/ orderable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/ orderable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326880" y="16916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to Staff.salary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0" y="2039112"/>
          <a:ext cx="3291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COUNT(salary)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SUM(salary)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AVG(salary)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MIN(salary)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MAX(salary)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5185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96112" y="485546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96112" y="5166360"/>
            <a:ext cx="10399471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is the only aggregate that works on any column, including non-numeric ones, and COUNT(*) counts tuples directly, ignoring columns entirely.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Operator, ℱ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ℱ &lt;function-list&gt; (R)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ℱ applies one or more aggregate functions across an entire relation.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grouping attribute specified, the whole relation is treated as one group.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always a relation with exactly one tuple — no matter how many input rows.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1F242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0" y="1920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ℱ SUM(salary), AVG(salary) (Staff)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6060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953512"/>
          <a:ext cx="46634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331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SUM(salary)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AVG(salary)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46320"/>
            <a:ext cx="10911535" cy="1143000"/>
          </a:xfrm>
          <a:prstGeom prst="roundRect">
            <a:avLst>
              <a:gd name="adj" fmla="val 5600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6112" y="49926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303520"/>
            <a:ext cx="10399471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is not filtering — ℱ AVG(salary)(Staff) does NOT list each staff member alongside the average. It discards every individual row and returns only the single computed number.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Splits a Relation into Buckets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partitions a relation into groups sharing the same value of one or more grouping attributes.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alone adds no new information — it's purely organizational, until an aggregate is applied to each group.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distinct value of the grouping attribute gets exactly one group — groups are never declared in advance.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332378" cy="1737360"/>
          </a:xfrm>
          <a:prstGeom prst="roundRect">
            <a:avLst>
              <a:gd name="adj" fmla="val 4211"/>
            </a:avLst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3767328"/>
            <a:ext cx="3149498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B005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561027"/>
            <a:ext cx="3112922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SL21 John White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SL41 Julie Lee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72458" y="4526280"/>
            <a:ext cx="4572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29658" y="3657600"/>
            <a:ext cx="3332378" cy="1737360"/>
          </a:xfrm>
          <a:prstGeom prst="roundRect">
            <a:avLst>
              <a:gd name="adj" fmla="val 4211"/>
            </a:avLst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098" y="3767328"/>
            <a:ext cx="3149498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B003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4561027"/>
            <a:ext cx="3112922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SG37 Ann Beech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SG14 David Ford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62037" y="4526280"/>
            <a:ext cx="4572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219237" y="3657600"/>
            <a:ext cx="3332378" cy="1737360"/>
          </a:xfrm>
          <a:prstGeom prst="roundRect">
            <a:avLst>
              <a:gd name="adj" fmla="val 4211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10677" y="3767328"/>
            <a:ext cx="3149498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B007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28965" y="4561027"/>
            <a:ext cx="3112922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SA9 Mary Howe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Staff by branchNo, before any aggregate is applied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Grouping Operator, 𝒢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&lt;grouping-attributes&gt; 𝒢 ℱ &lt;function-list&gt; (R)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left to right: partition R into groups sharing the same value of grouping-attributes, then compute the function-list separately within each group.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has one tuple per group, rather than one tuple for the whole relation.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343400"/>
            <a:ext cx="10911535" cy="1371600"/>
          </a:xfrm>
          <a:prstGeom prst="roundRect">
            <a:avLst>
              <a:gd name="adj" fmla="val 4667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44897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800600"/>
            <a:ext cx="1039947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by the wrong attribute is a silent logic error, not a syntax error — the query still runs and still returns a plausible-looking table. State the question in plain English first.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Salary Per Branch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309360" cy="594360"/>
          </a:xfrm>
          <a:prstGeom prst="roundRect">
            <a:avLst>
              <a:gd name="adj" fmla="val 12308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branchNo 𝒢 ℱ SUM(salary) (Staff)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B005: John White (30000) + Julie Lee (22000) = 52000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B003: Ann Beech (12000) + David Ford (18000) = 30000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B007: Mary Howe alone = 9000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30552"/>
          <a:ext cx="4389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SUM(salary)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Staff Per Position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309360" cy="594360"/>
          </a:xfrm>
          <a:prstGeom prst="roundRect">
            <a:avLst>
              <a:gd name="adj" fmla="val 12308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 𝒢 ℱ COUNT(staffNo) (Staff)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Managers: John White, Julie Lee — group size 2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Assistants: Ann Beech, Mary Howe — group size 2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David Ford — group size 1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the grouping attribute changes the entire shape of the result.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3055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COUNT(staffNo)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Aggregates in One Grouped Query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10362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branchNo 𝒢 ℱ COUNT(staffNo), AVG(salary), MAX(salary) (Staff)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62072"/>
          <a:ext cx="9784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3774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COUNT(staffNo)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AVG(salary)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MAX(salary)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6634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B005's average is (30000 + 22000)/2 = 26000, maximum is John White's 30000. B003's average is (12000 + 18000)/2 = 15000. B007 has only one row, so count, average, and maximum all equal Mary Howe's single salary.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EXAMPLE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Rent and Count Per Property Type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PropertyForRent (propertyNo, street, city, type, rooms, rent, branchNo)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39112"/>
          <a:ext cx="6766560" cy="914400"/>
        </p:xfrm>
        <a:graphic>
          <a:graphicData uri="http://schemas.openxmlformats.org/drawingml/2006/table">
            <a:tbl>
              <a:tblPr/>
              <a:tblGrid>
                <a:gridCol w="1353312"/>
                <a:gridCol w="1353312"/>
                <a:gridCol w="1353312"/>
                <a:gridCol w="1353312"/>
                <a:gridCol w="1353312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78308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1F242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𝒢 ℱ COUNT(propertyNo), AVG(rent) (PropertyForRent)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7889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2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3136392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AVG(rent)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680960" y="4517136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Flat: 28000 + 21000 + 26000 = 75000 ÷ 3 = 25000. House: 42000 + 39000 = 81000 ÷ 2 = 40500.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Grouping With Selection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the total rent collected on properties managed by branch B003”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181448" cy="1463040"/>
          </a:xfrm>
          <a:prstGeom prst="roundRect">
            <a:avLst>
              <a:gd name="adj" fmla="val 5000"/>
            </a:avLst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50008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branchNo = 'B003'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001061"/>
            <a:ext cx="4961992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first: keep PG4, PG36, PG21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821528" y="2971800"/>
            <a:ext cx="54864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370168" y="2240280"/>
            <a:ext cx="5181448" cy="1463040"/>
          </a:xfrm>
          <a:prstGeom prst="roundRect">
            <a:avLst>
              <a:gd name="adj" fmla="val 5000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2350008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ℱ SUM(rent)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79896" y="3001061"/>
            <a:ext cx="4961992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21000+26000+39000 = 86000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10911535" cy="1737360"/>
          </a:xfrm>
          <a:prstGeom prst="roundRect">
            <a:avLst>
              <a:gd name="adj" fmla="val 3684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2611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572000"/>
            <a:ext cx="10399471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with σ before grouping whenever the condition concerns individual tuples. branchNo 𝒢 ℱ SUM(rent)(PropertyForRent) and type 𝒢 ℱ SUM(rent)(PropertyForRent) are both valid but answer completely different questions — state the question in plain English before writing the algebra.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and Grouping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 reduce many values from one column into a single summary value.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52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operator ℱ collapses an entire relation into one result tuple when no grouping attribute is given.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63016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(𝒢) partitions a relation into buckets sharing a grouping-attribute value — by itself it computes nothing.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074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grouping-attrs 𝒢 ℱ function-list (R) applies aggregates separately per group, one result tuple per group.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8464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with σ before grouping; choosing the wrong grouping attribute is a silent logic error, not a syntax error.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2026-09-29T15:28:29Z</dcterms:created>
  <dcterms:modified xsi:type="dcterms:W3CDTF">2026-09-29T15:28:29Z</dcterms:modified>
</cp:coreProperties>
</file>
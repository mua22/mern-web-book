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20"/>
    <p:sldId id="260" r:id="rId6"/>
    <p:sldId id="261" r:id="rId7"/>
    <p:sldId id="270" r:id="rId21"/>
    <p:sldId id="262" r:id="rId8"/>
    <p:sldId id="263" r:id="rId9"/>
    <p:sldId id="264" r:id="rId10"/>
    <p:sldId id="271" r:id="rId22"/>
    <p:sldId id="272" r:id="rId23"/>
    <p:sldId id="265" r:id="rId11"/>
    <p:sldId id="266" r:id="rId12"/>
    <p:sldId id="273" r:id="rId24"/>
    <p:sldId id="267" r:id="rId13"/>
    <p:sldId id="274" r:id="rId25"/>
    <p:sldId id="275" r:id="rId26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and Grouping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many tuples into meaningful answers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relational algebra's five basic operators cannot answer summary questions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functions: COUNT, SUM, AVG, MIN, MAX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operator ℱ (script F)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grouping operator 𝒢 (script G) and grouping attributes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grouping with aggregation to answer per-group questions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and common pitfalls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Question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σ, π, and ⋈ always return a relation of the same general shape — still rows and columns, one tuple per matching input row.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total salary bill?” is not about which tuples to keep — it needs every tuple reduced to a single number.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σ, π, or ⋈ expression can produce a value computed across many tuples — relational algebra needs a new operator family.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(staffNo, name, position, salary, branchNo)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651760"/>
          <a:ext cx="4663440" cy="914400"/>
        </p:xfrm>
        <a:graphic>
          <a:graphicData uri="http://schemas.openxmlformats.org/drawingml/2006/table">
            <a:tbl>
              <a:tblPr/>
              <a:tblGrid>
                <a:gridCol w="880000"/>
                <a:gridCol w="940000"/>
                <a:gridCol w="1040000"/>
                <a:gridCol w="840000"/>
                <a:gridCol w="9634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700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of salary = 30000 + 12000 + 18000 + 9000 + 22000 = 91000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Standard Aggregate Functions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values (or tuples)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of all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mean of all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/ orderable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/ orderable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Operator, 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ℱ &lt;function-list&gt; (R)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ℱ applies one or more aggregate functions across an entire relation.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grouping attribute specified, the whole relation is treated as one group.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always a relation with exactly one tuple — no matter how many input rows.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ℱ SUM(salary), AVG(salary) (Staff)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606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953512"/>
          <a:ext cx="46634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846320"/>
            <a:ext cx="10911535" cy="11430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4992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5303520"/>
            <a:ext cx="1039947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is not filtering — ℱ AVG(salary)(Staff) does NOT list each staff member alongside the average. It discards every individual row and returns only the single computed number.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Splits a Relation into Buckets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partitions a relation into groups sharing the same value of one or more grouping attributes.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alone adds no new information — it's purely organizational, until an aggregate is applied to each group.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distinct value of the grouping attribute gets exactly one group — groups are never declared in advance.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B005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SL21 John White</a:t>
            </a:r>
            <a:endParaRPr lang="en-US" sz="1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SL41 Julie Lee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72458" y="452628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29658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1098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B003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39386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SG37 Ann Beech</a:t>
            </a:r>
            <a:endParaRPr lang="en-US" sz="1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SG14 David Ford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62037" y="452628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19237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10677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B007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SA9 Mary Howe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Staff by branchNo, before any aggregate is applied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Grouping Operator, 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&lt;grouping-attributes&gt; 𝒢 ℱ &lt;function-list&gt; (R)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right: partition R into groups sharing the same value of grouping-attributes, then compute the function-list separately within each group.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has one tuple per group, rather than one tuple for the whole relation.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4897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800600"/>
            <a:ext cx="103994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the wrong attribute is a silent logic error, not a syntax error — the query still runs and still returns a plausible-looking table. State the question in plain English first.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Per Branch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594360"/>
          </a:xfrm>
          <a:prstGeom prst="roundRect">
            <a:avLst>
              <a:gd name="adj" fmla="val 12308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 𝒢 ℱ SUM(salary) (Staff)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B005: John White (30000) + Julie Lee (22000) = 52000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B003: Ann Beech (12000) + David Ford (18000) = 30000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B007: Mary Howe alone = 9000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30552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Staff Per 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594360"/>
          </a:xfrm>
          <a:prstGeom prst="roundRect">
            <a:avLst>
              <a:gd name="adj" fmla="val 12308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𝒢 ℱ COUNT(staffNo) (Staff)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John White, Julie Lee — group size 2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Assistants: Ann Beech, Mary Howe — group size 2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David Ford — group size 1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grouping attribute changes the entire shape of the result.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3055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COUNT(staffNo)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Aggregates in One Grouped Query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 𝒢 ℱ COUNT(staffNo), AVG(salary), MAX(salary) (Staff)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62072"/>
          <a:ext cx="9784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COUNT(staffNo)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6634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B005's average is (30000 + 22000)/2 = 26000, maximum is John White's 30000. B003's average is (12000 + 18000)/2 = 15000. B007 has only one row, so count, average, and maximum all equal Mary Howe's single salary.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PropertyForRent: Setting Up the Query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76656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PropertyForRent (propertyNo, street, city, type, rooms, rent, branchNo)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0000"/>
          <a:ext cx="6766560" cy="914400"/>
        </p:xfrm>
        <a:graphic>
          <a:graphicData uri="http://schemas.openxmlformats.org/drawingml/2006/table">
            <a:tbl>
              <a:tblPr/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7830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F24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𝒢 ℱ COUNT(propertyNo), AVG(rent) (PropertyForRent)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Before You Aggregate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total rent collected on properties managed by branch B003”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50008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branchNo = 'B003'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01061"/>
            <a:ext cx="496199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first: keep PG4, PG36, PG21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21528" y="297180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70168" y="224028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2350008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ℱ SUM(rent)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79896" y="3001061"/>
            <a:ext cx="496199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21000+26000+39000 = 86000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and Grouping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 reduce many values from one column into a single summary value.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operator ℱ collapses an entire relation into one result tuple when no grouping attribute is given.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(𝒢) partitions a relation into buckets sharing a grouping-attribute value — by itself it computes nothing.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grouping-attrs 𝒢 ℱ function-list (R) applies aggregates separately per group, one result tuple per group.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with σ before grouping; choosing the wrong grouping attribute is a silent logic error, not a syntax error.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Functions to Staff.salary</a:t>
            </a:r>
            <a:endParaRPr lang="en-US" sz="2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39112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70916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6112" y="48554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96112" y="5166360"/>
            <a:ext cx="1039947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is the only aggregate that works on any column, including non-numeric ones, and COUNT(*) counts tuples directly, ignoring columns entirely.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Grouping: by Position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Staff rows, partitioned by a completely different attribute: position instead of branchNo.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White and Julie Lee happen to both be Managers, which is why this grouping looks similar to the branchNo one — that overlap is a coincidence of this data, not a rule.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Beech and Mary Howe share the Assistant position even though they work at different branches, B003 and B007.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SL21 John White</a:t>
            </a:r>
            <a:endParaRPr lang="en-US" sz="1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SL41 Julie Lee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72458" y="452628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29658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1098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Assistant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39386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SG37 Ann Beech</a:t>
            </a:r>
            <a:endParaRPr lang="en-US" sz="1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SA9 Mary Howe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62037" y="452628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19237" y="3657600"/>
            <a:ext cx="3332378" cy="1737360"/>
          </a:xfrm>
          <a:prstGeom prst="roundRect">
            <a:avLst>
              <a:gd name="adj" fmla="val 4211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10677" y="3767328"/>
            <a:ext cx="314949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Supervisor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4561027"/>
            <a:ext cx="3112922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SG14 David Ford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Staff by position instead of branchNo — same five rows, a different partition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Compute It Yourself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594360"/>
          </a:xfrm>
          <a:prstGeom prst="roundRect">
            <a:avLst>
              <a:gd name="adj" fmla="val 12308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𝒢 ℱ AVG(salary) (Staff)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position groups from two slides back: Manager, Assistant, Supervisor.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= sum of the salaries in a group, divided by how many staff are in that group.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all three averages by hand, then compare them with the next slide.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Task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30552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Average Salary Per 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594360"/>
          </a:xfrm>
          <a:prstGeom prst="roundRect">
            <a:avLst>
              <a:gd name="adj" fmla="val 12308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𝒢 ℱ AVG(salary) (Staff)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(30000 + 22000) / 2 = 26000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(12000 + 9000) / 2 = 10500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18000 alone, so the average is just 18000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grouping attribute as the practice question — only the aggregate function changed, from COUNT to AVG.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3055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 Per Property Type — Result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680960" y="17830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F24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𝒢 ℱ COUNT(propertyNo), AVG(rent) (PropertyForRent)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788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136392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AVG(rent)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680960" y="451713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28000 + 21000 + 26000 = 75000 ÷ 3 = 25000. House: 42000 + 39000 = 81000 ÷ 2 = 40500.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Grouping by the Wrong Attribute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911535" cy="2560320"/>
          </a:xfrm>
          <a:prstGeom prst="roundRect">
            <a:avLst>
              <a:gd name="adj" fmla="val 3684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93192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297680"/>
            <a:ext cx="1039947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 𝒢 ℱ SUM(rent) (PropertyForRent) gives B003 = 86000, B005 = 28000, B007 = 42000: one row per branch. type 𝒢 ℱ SUM(rent) (PropertyForRent) gives House = 81000, Flat = 75000: one row per property type, completely different numbers. Both run without error and both look equally plausible — only the English question you started from tells you which one is correct. Always state the question in plain English first, and let that sentence choose the grouping attribute.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ℱ and 𝒢 —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&lt;grouping-attributes&gt; 𝒢 ℱ &lt;function-list&gt; (R)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ℱ function-list (R) alone collapses the whole relation into exactly one result tuple — no grouping attribute means the entire relation is treated as a single group.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grouping-attrs 𝒢 ℱ function-list (R) applies the same functions separately to each group, producing one result tuple per group instead of one for everything.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4897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800600"/>
            <a:ext cx="103994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question reads “…for the whole table,” reach for ℱ alone. If it reads “…for each X,” you need X 𝒢 ℱ — the English phrasing tells you which one to use.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2026-09-29T15:28:29Z</dcterms:created>
  <dcterms:modified xsi:type="dcterms:W3CDTF">2026-09-29T15:28:29Z</dcterms:modified>
</cp:coreProperties>
</file>
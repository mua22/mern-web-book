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Normalization: Functional Dependencies and BCNF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proof system for FDs, and the normal form that catches what 3NF misses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Axioms to the Strictest Normal 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Armstrong's Axioms — reflexivity, augmentation, transitivity + derived rules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closure of a functional dependency set, F⁺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closure, X⁺ — the algorithm, and how it finds candidate keys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Boyce-Codd Normal Form (BCNF) and how it differs from 3NF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BCNF using attribute closure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3NF-but-not-BCNF relation, and BCNF decomposition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FOUNDATION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Armstrong's Axioms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(only ever derive FDs that genuinely hold) and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(repeated application derives EVERY implied FD). Working example — StudentAdvisor(StudentNo, StudentName, AdvisorNo, AdvisorName, DeptNo, DeptName):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91153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615391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 ⊆ X, then X → Y (trivial)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{StudentNo,StudentName} → StudentNo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 → Y, then XZ → YZ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StudentNo→StudentName gives {StudentNo,DeptNo}→{StudentName,DeptNo}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X→Y and Y→Z, then X→Z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StudentNo→AdvisorNo, AdvisorNo→AdvisorName ⇒ StudentNo→AdvisorName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1148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are the formal foundation everything else in this lecture builds on.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26280"/>
          <a:ext cx="10911535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52551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Rule (from the 3 axioms)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(additivity)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X→Y and X→Z, then X→YZ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Decomposition (projectivity)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X→YZ, then X→Y and X→Z separately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Pseudotransitivity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X→Y and WY→Z, then WX→Z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TOOL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of FDs (F⁺) and Attribute Closure (X⁺)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F⁺, the closure of F,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FD derivable from F by repeatedly applying Armstrong's Axioms — usually far too large to enumerate directly.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494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60320"/>
            <a:ext cx="1039947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closure X⁺ (under F) is the set of ALL attributes functionally determined by X — every attribute A such that X→A is in F⁺. This answers the one question actually needed over and over: “given X, what does it determine?”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1F242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033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:= X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FD (LHS → RHS) in F: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LHS ⊆ Result: Result := Result ∪ RHS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Result stops changing  →  return Result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120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keys: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K⁺ for a set K; if K⁺ = all attributes of R, K is a superkey. K is a candidate key if it's also MINIMAL. Also tests whether X→Y is implied by F: compute X⁺, check Y ⊆ X⁺.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{StudentNo}⁺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11535" cy="754380"/>
          </a:xfrm>
          <a:prstGeom prst="roundRect">
            <a:avLst>
              <a:gd name="adj" fmla="val 9697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81912"/>
            <a:ext cx="10454335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Result = {StudentNo}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48" y="226314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446020"/>
            <a:ext cx="10911535" cy="754380"/>
          </a:xfrm>
          <a:prstGeom prst="roundRect">
            <a:avLst>
              <a:gd name="adj" fmla="val 9697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19172"/>
            <a:ext cx="10454335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StudentNo→StudentName, StudentNo→AdvisorNo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93035"/>
            <a:ext cx="104543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{StudentNo, StudentName, AdvisorNo}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95848" y="320040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383280"/>
            <a:ext cx="10911535" cy="754380"/>
          </a:xfrm>
          <a:prstGeom prst="roundRect">
            <a:avLst>
              <a:gd name="adj" fmla="val 9697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456432"/>
            <a:ext cx="10454335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AdvisorNo→AdvisorName, AdvisorNo→DeptNo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30295"/>
            <a:ext cx="104543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AdvisorNo now ⊆ Result (just added)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95848" y="4137660"/>
            <a:ext cx="0" cy="1828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4320540"/>
            <a:ext cx="10911535" cy="754380"/>
          </a:xfrm>
          <a:prstGeom prst="roundRect">
            <a:avLst>
              <a:gd name="adj" fmla="val 9697"/>
            </a:avLst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393692"/>
            <a:ext cx="10454335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DeptNo→DeptName — done, no FD left to apply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667555"/>
            <a:ext cx="104543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{StudentNo}⁺ = ALL 6 attributes of StudentAdvisor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0911535" cy="1005840"/>
          </a:xfrm>
          <a:prstGeom prst="roundRect">
            <a:avLst>
              <a:gd name="adj" fmla="val 6364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3583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669280"/>
            <a:ext cx="10399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{StudentNo}+ is every attribute of StudentAdvisor — so {StudentNo} is a superkey, and trivially minimal (a single attribute) — a CANDIDATE KEY. Checking {AdvisorNo}+ = {AdvisorNo, AdvisorName, DeptNo, DeptName} — missing StudentNo/StudentName, so NOT a superkey. {StudentNo} is the relation's only candidate key.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STRICTEST TEST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Boyce-Codd Normal Form (BCNF)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093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20240"/>
            <a:ext cx="1039947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R is in BCNF if, for EVERY non-trivial FD X→Y that holds in R, X is a superkey of R — with no exception.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1153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029200"/>
                <a:gridCol w="39593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clause?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if X isn't a superkey but every attribute of Y is prime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X must always be a superkey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BCNF relation is automatically 3NF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reverse is NOT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41605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directly against 3NF's definition (Lecture 19): BCNF removes 3NF's prime-attribute exception entirely — exactly the gap the next section makes concrete.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F242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52578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FD (X → Y) in F (or a minimal cover):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 X+; if X+ ≠ all attributes of R → X not a superkey → VIOLATES BCNF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COUNTEREXAMPLE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Enrollment(StudentNo, CourseNo, InstructorNo)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each instructor teaches only one course (in a given term).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639312"/>
                <a:gridCol w="3639312"/>
                <a:gridCol w="36393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CS305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56616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F24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7490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{ {StudentNo, CourseNo} → InstructorNo,   InstructorNo → CourseNo }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9768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{StudentNo,CourseNo}+: apply FD1 → adds InstructorNo → all 3 attrs. Superkey, minimal → Candidate key #1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{StudentNo,InstructorNo}+: apply FD2 (InstructorNo→CourseNo) → adds CourseNo → all 3 attrs. Superkey, minimal → Candidate key #2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 keys — between them, StudentNo, CourseNo, and InstructorNo are ALL prime attributes.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COUNTEREXAMPLE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Passes, BCNF Fails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Enrollment in 3NF?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01952"/>
          <a:ext cx="531860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checked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{StudentNo, CourseNo} → InstructorNo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 IS a candidate key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 → CourseNo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 not a superkey, but CourseNo is prime — exception applies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33008" y="155448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Enrollment in BCNF?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901952"/>
          <a:ext cx="531860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checked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{StudentNo, CourseNo} → InstructorNo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 IS a candidate key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 → CourseNo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Determinant NOT a superkey — VIOLATION, no exception exists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3611880"/>
            <a:ext cx="10911535" cy="2606040"/>
          </a:xfrm>
          <a:prstGeom prst="roundRect">
            <a:avLst>
              <a:gd name="adj" fmla="val 2807"/>
            </a:avLst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" y="37490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 is in 3NF, yet NOT in BCNF — and still carries real redundancy: I1 teaching CS201 repeats once per enrolled student.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— reassigning I1 to CS410 must update BOTH S1's and S2's rows together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— instructor I3 (assigned CS500) can't be recorded until a student enrolls with them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— S3 is I2's only enrollment; deleting it erases that I2 teaches CS305 at all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Decomposition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R₁ = X ∪ Y                (the violating FD becomes R₁'s own key)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R₂ = (R − Y) ∪ X          (everything else, keeping X to reconnect)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it to Enrollment using the violating FD InstructorNo → CourseNo (X={InstructorNo}, Y={CourseNo}):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Teaches (InstructorNo, CourseNo)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27832"/>
          <a:ext cx="5318608" cy="914400"/>
        </p:xfrm>
        <a:graphic>
          <a:graphicData uri="http://schemas.openxmlformats.org/drawingml/2006/table">
            <a:tbl>
              <a:tblPr/>
              <a:tblGrid>
                <a:gridCol w="1819656"/>
                <a:gridCol w="181965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233008" y="288036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Enrolls (StudentNo, InstructorNo)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3227832"/>
          <a:ext cx="5318608" cy="914400"/>
        </p:xfrm>
        <a:graphic>
          <a:graphicData uri="http://schemas.openxmlformats.org/drawingml/2006/table">
            <a:tbl>
              <a:tblPr/>
              <a:tblGrid>
                <a:gridCol w="1819656"/>
                <a:gridCol w="181965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617720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96112" y="47640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96112" y="5074920"/>
            <a:ext cx="1039947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now in BCNF: Teaches's only determinant (InstructorNo) IS its own key. Enrolls has no non-trivial FD left to violate anything. I1's course now lives in exactly one row of Teaches — all three anomalies are gone.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— But Not Dependency-Preserving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1051560"/>
          </a:xfrm>
          <a:prstGeom prst="roundRect">
            <a:avLst>
              <a:gd name="adj" fmla="val 608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093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20240"/>
            <a:ext cx="1039947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into R₁ and R₂ is lossless whenever the shared attributes (R₁∩R₂) form a key of at least one relation: (R₁∩R₂)→R₁ or (R₁∩R₂)→R₂ holds in F⁺.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∩ Enrolls = {InstructorNo}.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InstructorNo is Teaches's declared PK, so InstructorNo → Teaches holds trivially.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Lossless: Teaches ⋈ Enrolls (on InstructorNo) reconstructs Enrollment exactly.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10911535" cy="2606040"/>
          </a:xfrm>
          <a:prstGeom prst="roundRect">
            <a:avLst>
              <a:gd name="adj" fmla="val 2456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37581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069080"/>
            <a:ext cx="10399471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ORIGINAL FD {StudentNo,CourseNo}→InstructorNo against the decomposed schema: StudentNo lives only in Enrolls, CourseNo only in Teaches — no single relation has both attributes, so this dependency cannot be verified without joining the tables back together. This is not a mistake — BCNF decomposition always guarantees lossless-join, but does NOT always guarantee dependency-preservation. 3NF (via synthesis, Lecture 21) guarantees both simultaneously — a genuine trade-off.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Armstrong's Axioms — reflexivity, augmentation, transitivity — are sound and complete; union, decomposition, pseudotransitivity are convenient derived rules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52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closure (X⁺) finds every attribute X determines, and is the mechanical way to find candidate keys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01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requires every non-trivial FD's determinant to be a superkey — no exception. 3NF tolerates one: a non-superkey determinant is OK if every attribute it determines is prime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074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Enrollment(StudentNo, CourseNo, InstructorNo) with InstructorNo→CourseNo is 3NF but NOT BCNF — and still carries real redundancy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8464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 decomposition splits along a violating FD (R₁=XY, R₂=(R−Y)∪X) and is always lossless-join, but can sacrifice dependency-preservation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2026-09-29T15:35:32Z</dcterms:created>
  <dcterms:modified xsi:type="dcterms:W3CDTF">2026-09-29T15:35:32Z</dcterms:modified>
</cp:coreProperties>
</file>
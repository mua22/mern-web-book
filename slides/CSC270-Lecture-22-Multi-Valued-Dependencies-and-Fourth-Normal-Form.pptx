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8B7FD9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Dependencies and Fourth Normal Form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10241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BCNF alone doesn't catch every source of redundancy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dependencies: notation X ↠ Y and the intuition behind it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vs. non-trivial MVDs, and properties of MVDs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rules for MVDs, parallel to Armstrong's Axioms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Normal Form: definition and test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Employee, Skills, and Languages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decomposition and the lossless-join property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BCNF Falls Short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356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EmpSkillsLangs (empNo, skill, language)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852160" cy="914400"/>
        </p:xfrm>
        <a:graphic>
          <a:graphicData uri="http://schemas.openxmlformats.org/drawingml/2006/table">
            <a:tbl>
              <a:tblPr/>
              <a:tblGrid>
                <a:gridCol w="1950720"/>
                <a:gridCol w="1950720"/>
                <a:gridCol w="1950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0" y="178308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non-trivial FD exists: empNo doesn't determine a single skill (E1 has two)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candidate key is the full set — an all-key relation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relation is already in BCNF...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...yet E1's 2 skills × 2 languages cross-multiply into 4 rows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0" y="4892040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14181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86600" y="48920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has no mechanism to see this — it only looks at functional dependencies, and there isn't one here.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ANOMALY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Spurious Combination, Made Concrete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FDEDED"/>
          </a:solidFill>
          <a:ln w="15875">
            <a:solidFill>
              <a:srgbClr val="D953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A2E2A"/>
                </a:solidFill>
              </a:rPr>
              <a:t>Row 2 claims “E1's Java skill is specifically paired with Urdu.” Row 3 claims “E1's Python skill is specifically paired with English.”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A2E2A"/>
                </a:solidFill>
              </a:rPr>
              <a:t>Neither claim means anything — skill and language were never actually linked for this employee; they're just two unrelated attributes forced into the same row.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E1 learns French, correctness demands inserting TWO new rows (Java, French) and (Python, French)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either one leaves “does E1 speak French” with a different answer depending which row you check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gap Fourth Normal Form exists to close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DEPENDENCY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Dependencies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↠ 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002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multi-determines Y” — for every value of X, the set of Y-values is completely independent of the Z-values in that row.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EmpSkillsLangs: empNo ↠ skill — for a fixed empNo, the associated skill values are independent of language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same argument, empNo ↠ language holds too — not a coincidence, it's the complementation rule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E8F9F5"/>
          </a:solidFill>
          <a:ln w="15875">
            <a:solidFill>
              <a:srgbClr val="2FE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7A62"/>
                </a:solidFill>
              </a:rPr>
              <a:t>The intuitive test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5A48"/>
                </a:solidFill>
              </a:rPr>
              <a:t>For a fixed employee, does knowing which language they speak change which skills are possible? If the honest answer is “no, the two lists are just independently attached” — that's a multi-valued dependency.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MVDs, and Properties of MVDs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vs. Non-Trivial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Trivial: Y ⊆ X, or X ∪ Y = R (all attributes) — holds automatically, carries no design information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Non-trivial: neither condition holds — only non-trivial MVDs can violate 4NF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EmpSkillsLangs, empNo ↠ skill is non-trivial: skill ⊈ empNo, and {empNo, skill} doesn't cover language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MVDs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FD is an MVD (not vice versa) — fixed X gives exactly one Y, trivially independent of Z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MVDs always arrive in a complementary pair: X ↠ Y over {X,Y,Z} iff X ↠ Z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an MVD requires looking at the whole relation — not just candidate keys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New MVDs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 ↠ Y holds over R, then X ↠ (R − X − Y) also holds.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 ↠ Y holds and W ⊇ Z, then WX ↠ YZ holds.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 ↠ Y and Y ↠ Z both hold, then X ↠ (Z − Y) holds.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 (FD→MVD)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 → Y holds, then X ↠ Y holds.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 ↠ Y holds, W ∩ Y = ∅, and W → Z for some Z ⊆ Y, then X → Z also holds.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5257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course: recognizing complementation on sight, and knowing every FD is automatically an MVD, are the two facts you'll use most.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Normal Form (4NF)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in 4NF if, for every non-trivial MVD X ↠ Y over R, X is a superkey of R.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deliberate parallel to BCNF — replace “functional dependency” with “multi-valued dependency”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every FD is also an MVD, 4NF implies BCNF — checking 4NF automatically re-checks every BCNF condition too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EDEAF9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70916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B3E96"/>
                </a:solidFill>
              </a:rPr>
              <a:t>4NF's relationship to BCNF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2C6E"/>
                </a:solidFill>
              </a:rPr>
              <a:t>EmpSkillsLangs is in BCNF (no FD violation) but NOT in 4NF — empNo is not a superkey, yet empNo ↠ skill is a genuine non-trivial MVD. 4NF is strictly the next, stronger step after BCNF.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EmpSkillsLangs Against 4NF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key: {empNo, skill, language} — the full attribute set (no smaller combination determines the rest functionally)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 MVD empNo ↠ skill has determinant {empNo} — a single attribute out of three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empNo is nowhere close to a superkey — it doesn't even functionally determine skill (E1 has two skill values)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EmpSkillsLangs violates 4NF.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Split of EmpSkillsLangs on empNo ↠ skill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566160" y="16002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1600200"/>
            <a:ext cx="82296" cy="77724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22192" y="1600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EmpSkillsLangs(empNo, skill, language)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violation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377440"/>
            <a:ext cx="914" cy="365760"/>
          </a:xfrm>
          <a:prstGeom prst="line">
            <a:avLst/>
          </a:prstGeom>
          <a:noFill/>
          <a:ln w="25400">
            <a:solidFill>
              <a:srgbClr val="AEB4B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288036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2880360"/>
            <a:ext cx="82296" cy="822960"/>
          </a:xfrm>
          <a:prstGeom prst="round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19272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EmpSkills(empNo, skill)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288036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12280" y="2880360"/>
            <a:ext cx="82296" cy="822960"/>
          </a:xfrm>
          <a:prstGeom prst="roundRect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68312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EmpLanguages(empNo, language)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502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EmpSkills (empNo, skill)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29768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217920" y="39502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EmpLanguages (empNo, language)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29768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Removed, Nothing Lost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4 spurious cross-multiplied rows for E1 alone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Decomposed: 5 rows total across both tables, zero spurious pairing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third skill for E1 now costs exactly ONE new row in EmpSkills, not two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EmpSkills(empNo, skill)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candidate key: {empNo, skill} — an all-key relation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MVD over a 2-attribute relation is automatically trivial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— trivially satisfied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3794760"/>
            <a:ext cx="52120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EmpLanguages(empNo, language)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434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argument applies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candidate key: {empNo, language} — all-key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— trivially satisfied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Lossless-Join Property, Confirmed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6309360" cy="3017520"/>
          </a:xfrm>
          <a:prstGeom prst="roundRect">
            <a:avLst>
              <a:gd name="adj" fmla="val 2424"/>
            </a:avLst>
          </a:prstGeom>
          <a:solidFill>
            <a:srgbClr val="1E1E4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10512"/>
            <a:ext cx="58521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EmpSkills ⋈ EmpLanguages  (on empNo)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empNo | skill  | language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   | Java   | English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   | Java   | Urdu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   | Python | English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   | Python | Urdu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   | SQL    | English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3167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reconstructs the cross-product per employee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78040" y="1645920"/>
            <a:ext cx="4343400" cy="3017520"/>
          </a:xfrm>
          <a:prstGeom prst="roundRect">
            <a:avLst>
              <a:gd name="adj" fmla="val 3636"/>
            </a:avLst>
          </a:prstGeom>
          <a:solidFill>
            <a:srgbClr val="E8F9F5"/>
          </a:solidFill>
          <a:ln w="15875">
            <a:solidFill>
              <a:srgbClr val="2FE6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0" y="182880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7A62"/>
                </a:solidFill>
              </a:rPr>
              <a:t>Fagin's Theorem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5A48"/>
                </a:solidFill>
              </a:rPr>
              <a:t>R decomposes losslessly into R₁ = XY and R₂ = XZ if and only if X ↠ Y holds over R — exactly the condition we split 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doesn't reduce information, it removes a physical redundancy — the join still represents every combination; what's eliminated is storing |skills| × |languages| rows per employee.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91" cy="91"/>
          </a:xfrm>
          <a:prstGeom prst="lin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22960" y="1842516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600200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multi-valued dependency X ↠ Y says that for a fixed X, the associated Y-values are completely independent of every other attribute — broader than a functional dependency.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91740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249424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MVDs always arrive in a complementary pair: X ↠ Y over {X,Y,Z} if and only if X ↠ Z.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14096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898648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requires every non-trivial MVD's determinant to be a superkey — the same shape of rule as BCNF, one level stronger, so 4NF always implies BCNF.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790188"/>
            <a:ext cx="164592" cy="16459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3547872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EmpSkillsLangs cross-multiplies two independent facts into spurious rows; splitting into EmpSkills and EmpLanguages fixes it, guaranteed lossless by Fagin's theorem.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439412"/>
            <a:ext cx="164592" cy="16459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4197096"/>
            <a:ext cx="10149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 decomposition removes physical redundancy and its update anomalies — it does not remove any information the joined relations can express.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2026-09-29T15:21:22Z</dcterms:created>
  <dcterms:modified xsi:type="dcterms:W3CDTF">2026-09-29T15:21:22Z</dcterms:modified>
</cp:coreProperties>
</file>
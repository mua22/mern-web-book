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8B7FD9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and Materialized Views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102412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view is: a virtual table with no stored data of its own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views with CREATE VIEW ... AS SELECT ...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 view exactly like a base table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views are updatable, and which fundamentally cannot be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disadvantages of ordinary views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views: what “materialized” actually changes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refreshing, and choosing materialized views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Views: a Virtual Table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view's definition is a stored query — it has no rows of its own on disk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against a view re-runs the underlying query against current base-table data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duplicated: the view is a lens onto the base tables, not a copy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manager should only see staff at their own branch, not the whole company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7556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 (staffNo, name, position, salary, branchNo)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52120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09728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Views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856232"/>
            <a:ext cx="104241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Branch003Staff AS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staffNo, name, position, salary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Staff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branchNo = 'B003';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36245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for one branch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3730752"/>
            <a:ext cx="4754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StaffWithBranchCity 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s.staffNo, s.name, s.position, b.city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Staff s JOIN Branch b ON s.branchNo = b.branchNo;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369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can join tables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35661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3730752"/>
            <a:ext cx="4754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BranchSalaryTotals AS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branchNo, COUNT(*) AS staffCount,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SUM(salary) AS totalSalary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Staff GROUP BY branchNo;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2369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...or aggregate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copied — each is just a name bound to a SELECT, re-run against live data every time it's referenced.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Views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01952"/>
            <a:ext cx="104241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Branch003Staff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 &gt; 10000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 DESC;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40817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queried exactly like a base table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4904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transparency is the whole point — application code doesn't need to know it's talking to a view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join a view with a base table, or with another view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computed correctly each time by re-evaluating both underlying queries and combining them — the DBMS handles this transparently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Views Are Updatable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generally updatable only if it: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304288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0574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built from a SINGLE base table (no join)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4378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090672"/>
            <a:ext cx="164592" cy="16459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28437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use DISTINCT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3016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877056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363016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use GROUP BY, HAVING, or an aggregate function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41655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663440"/>
            <a:ext cx="164592" cy="16459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34440" y="441655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use set operations (UNION, INTERSECT, EXCEPT)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2029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5449824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34440" y="520293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every column with no default value that disallows NULL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Updatable vs. Non-Updatable, in Practice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856232"/>
            <a:ext cx="4754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Branch003Staff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salary = salary * 1.05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staffNo = 'SG37';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Legal: single-table, no-aggregate view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362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Branch003Staff — updatable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1856232"/>
            <a:ext cx="4754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BranchSalaryTotals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totalSalary = 50000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branchNo = 'B003';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cannot update a view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that contains aggregate functions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362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BranchSalaryTotals — not updatable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7764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BranchSalaryTotals has no way to push “set totalSalary to 50000” back onto individual Staff rows — aggregation irreversibly threw away row-level detail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StaffWithBranchCity (a join view) is likewise non-updatable in most systems — ambiguous which base table a changed column belongs to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systems support INSTEAD OF triggers for custom logic — application-defined behavior layered on top, not automatic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Disadvantages of Views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1168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8892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grant access to a view's rows/columns without exposing the whole base table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— hide complex joins/aggregations behind one simple name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 — the base schema can be restructured without breaking applications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01168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</a:rPr>
              <a:t>Disadvantages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78892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overhead — the underlying query re-runs on every reference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restrictions — many useful views (joins, aggregates, DISTINCT) are simply not updatable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TRADE-OFF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View vs. Materialized 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ordinary view stores no data and recomputes every time. A materialized view physically stores its result set on disk, refreshed periodically.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77440"/>
            <a:ext cx="82296" cy="105156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3774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plain VIEW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the underlying SELECT against base tables, every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2880360"/>
            <a:ext cx="457200" cy="914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35040" y="237744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2377440"/>
            <a:ext cx="82296" cy="1051560"/>
          </a:xfrm>
          <a:prstGeom prst="round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91072" y="23774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result, every query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recomputation on every access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31920"/>
            <a:ext cx="82296" cy="105156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9319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MATERIALIZED VIEW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stored result directly, like a table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4434840"/>
            <a:ext cx="457200" cy="914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35040" y="393192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3931920"/>
            <a:ext cx="82296" cy="105156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91072" y="393192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possibly stale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storage, and a refresh step to stay current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MATERIALIZED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Materialized Views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01952"/>
            <a:ext cx="10424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MATERIALIZED VIEW BranchSalaryTotals_MV AS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branchNo, COUNT(*) AS staffCount,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SUM(salary) AS totalSalary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Staff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branchNo;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40817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keyword changes — the effect is very different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4048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BranchSalaryTotals_MV now occupies real storage, sized like the query's result set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automatically reflect a subsequent UPDATE to Staff until explicitly refreshed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CURRENT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Refreshing Materialized Views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856232"/>
            <a:ext cx="10424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 MATERIALIZED VIEW BranchSalaryTotals_MV;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on-demand, blocks until complete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 MATERIALIZED VIEW CONCURRENTLY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BranchSalaryTotals_MV;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doesn't block concurrent reads while refreshing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5669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Manually, via REFRESH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run occasionally, staleness OK between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timer (nightly, hourly)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with a known, bounded staleness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Automatically, every committing txn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that must never be stale (slower writes)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Disadvantages of Materialized Views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1168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889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performance — expensive joins/aggregations computed once at refresh time, not on every read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load on base tables for read-heavy reporting and analytics workloads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01168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</a:rPr>
              <a:t>Disadvantages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7889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— data can lag between refreshes; unacceptable for some apps (real-time balances)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cost — the result set is physically duplicated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overhead — full, non-incremental refreshes can be expensive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a View and a Materialized 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2926080"/>
          </a:xfrm>
          <a:prstGeom prst="roundRect">
            <a:avLst>
              <a:gd name="adj" fmla="val 3750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65960"/>
            <a:ext cx="10149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2FE6C4"/>
                </a:solidFill>
              </a:rPr>
              <a:t>Default to an ordinary view.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FFF"/>
                </a:solidFill>
              </a:rPr>
              <a:t>Reach for a materialized view specifically when profiling shows a query (usually a heavy aggregation or multi-way join) is run often enough, relative to how often its data changes, that recomputing it every time is measurably wasteful — and the application can tolerate the resulting staleness window.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920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can't tolerate any staleness at all, REFRESH ON COMMIT narrows the window to zero — at the cost of slower writes. No free lunch: only a trade-off you pick deliberately.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91" cy="91"/>
          </a:xfrm>
          <a:prstGeom prst="lin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822960" y="1842516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600200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a virtual table: a stored, named query with no data of its own, re-evaluated against live base-table data every time it's referenced.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91740"/>
            <a:ext cx="164592" cy="16459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249424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are queried like base tables, but only a subset — no join, DISTINCT, GROUP BY, or aggregate — are updatable.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14096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2898648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buy security, simplicity, and logical data independence, at the cost of recomputation overhead and restricted updatability.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790188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3547872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MATERIALIZED VIEW physically stores its result set, trading storage and staleness for query speed — the opposite trade-off profile.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439412"/>
            <a:ext cx="164592" cy="16459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4197096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strategy (on-demand, scheduled, on-commit) is the single most important design decision for any materialized view.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2026-09-29T15:21:23Z</dcterms:created>
  <dcterms:modified xsi:type="dcterms:W3CDTF">2026-09-29T15:21:23Z</dcterms:modified>
</cp:coreProperties>
</file>
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8B7FD9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Authorization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241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 security matters: confidentiality, integrity, availability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and privileges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vs. mandatory access control, briefly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privileges with GRANT ... ON ... TO ...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privileges with REVOKE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role-based access control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as a security mechanism, tying back to Lecture 23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the least-privilege principle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 and Authorization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decides who may do what to which data. Authentication proves who you are; authorization is enforced on every subsequent operation.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02152" cy="301752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/>
        </p:spPr>
      </p:sp>
      <p:sp>
        <p:nvSpPr>
          <p:cNvPr id="7" name="Shape 5"/>
          <p:cNvSpPr/>
          <p:nvPr/>
        </p:nvSpPr>
        <p:spPr>
          <a:xfrm>
            <a:off x="1933956" y="2743200"/>
            <a:ext cx="914400" cy="9144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33956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81C"/>
                </a:solidFill>
              </a:rPr>
              <a:t>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404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can READ the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16552" y="2377440"/>
            <a:ext cx="3502152" cy="301752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0428" y="2743200"/>
            <a:ext cx="914400" cy="9144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0428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81C"/>
                </a:solidFill>
              </a:rPr>
              <a:t>B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38404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can MODIFY the data, only in permitted ways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3024" y="2377440"/>
            <a:ext cx="3502152" cy="301752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900" y="27432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8690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81C"/>
                </a:solidFill>
              </a:rPr>
              <a:t>C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38404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can access data when they need 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and Privileges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rows from a table or 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65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5603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7373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1965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21624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21624" y="25603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rows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72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16552" y="374904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45152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4572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stored procedure or function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93024" y="374904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21624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21624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PRIVILEGES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421624" y="4572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every applicable privilege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vs. Mandatory Access Control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(DAC)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of an object (or an admin) decides, at their discretion, who gets which privileges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GRANT and REVOKE implement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almost every relational DBMS uses by default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(MAC)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974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and user carries a fixed security classification (unclassified, secret, top secret)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decided by comparing classifications per a system-wide policy — individual users cannot override it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mainly in government/military-grade systems; this course focuses on DAC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Privileges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104241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Staff TO usman;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 ON Staff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usman, ayesha;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ALL PRIVILEGES ON Branch TO db_admin;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3624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&lt;privileges&gt; ON &lt;object&gt; TO &lt;user | role&gt;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or more privileges, on one object, to one or more users or roles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gives the recipient use of the privilege — not the ability to pass it along, unless WITH GRANT OPTION is added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Grants and GRANT OPTION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4754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UPDATE (position, salary) ON Staff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hr_clerk;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08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Column-level: restrict to specific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901952"/>
            <a:ext cx="4754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EXECUTE ON ProcessPayroll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payroll_service;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408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applies to procedures/functions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3685032"/>
            <a:ext cx="10424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Staff TO branch_manager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GRANT OPTION;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1912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GRANT OPTION lets the recipient re-grant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OPTION spreads responsibility, not just access — privilege chains can grow past what a single audit of top-level GRANTs makes obvious. Use it sparingly.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Privileges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04241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UPDATE ON Staff FROM usman;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ALL PRIVILEGES ON Branch FROM db_admin;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Staff FROM branch_manager CASCADE;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0817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&lt;privileges&gt; ON &lt;object&gt; FROM &lt;user | role&gt;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image of GRANT, with matching syntax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a privilege granted WITH GRANT OPTION typically cascades — privileges granted onward because of it are revoked too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can block a revoke that would cascade, where the system supports it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Role-Based Access Control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to dozens of individual users doesn't scale — RBAC inserts one layer: define a role as a named bundle of privileges, assign users to roles.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82296" cy="100584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ROLE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named role, e.g. branch_staff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697480"/>
            <a:ext cx="228600" cy="914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94560"/>
            <a:ext cx="82296" cy="100584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GRANT privileges TO the role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every privilege the role needs, once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0" y="2697480"/>
            <a:ext cx="228600" cy="914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21945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94560"/>
            <a:ext cx="82296" cy="10058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GRANT the role TO users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assigned user inherits the whole bundle immediately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3822192"/>
            <a:ext cx="104241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branch_staff;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 ON Staff TO branch_staff;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Branch TO branch_staff;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branch_staff TO usman, ayesha, hamza;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DELETE ON Staff TO branch_staff;  -- everyone gets it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branch_staff FROM hamza;         -- loses it all, one statement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Rules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authorization rule is the DBMS's internal record of exactly which privilege a user (or role) holds on a specific object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a row in the DBMS's own system catalog: (grantor, grantee, object, privilege, grantable?)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statement is checked against these rules BEFORE execution — no matching rule means rejection outright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is not a one-time login check — it is continuously enforced, on every single statement, every single time.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 CALLBACK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Security: Restricting Columns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560320"/>
          </a:xfrm>
          <a:prstGeom prst="roundRect">
            <a:avLst>
              <a:gd name="adj" fmla="val 2857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104241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StaffPublicInfo AS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staffNo, name, position, branchNo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StaffPublicInfo TO general_staff;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general_staff never gets SELECT on Staff itself,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 salary stays invisible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538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salary from anyone who isn't HR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are granted on the VIEW, not the underlying table — the restriction is structural, not just application-level discipline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StaffPublicInfo is single-table, no-aggregate — it remains updatable under Lecture 23's rules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 CALLBACK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Security: Restricting Rows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104241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MyBranchStaff AS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staffNo, name, position, salary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branchNo = CURRENT_BRANCH();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resolved per session/user in a real system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MyBranchStaff TO branch_manager;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538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branch manager see only their own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8F9F5"/>
          </a:solidFill>
          <a:ln w="15875">
            <a:solidFill>
              <a:srgbClr val="2FE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branch manager is never granted any privilege on Staff directly, there is no way to bypass the WHERE filter by querying the base table instead — regardless of what tool or client they use.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Authorization Commands — Consolidated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&lt;priv&gt; ON &lt;obj&gt; TO &lt;user|role&gt;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one or more privileges on an object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... WITH GRANT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privileges, and permission to re-grant them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&lt;priv&gt; ON &lt;obj&gt; FROM &lt;user|role&gt;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previously granted privileges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... CASCADE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privileges, and cascade to anything granted onward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ROLE &lt;name&gt;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new named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&lt;role&gt; TO &lt;user&gt;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user to a role, inheriting its whole bundle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&lt;role&gt; FROM &lt;user&gt;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user from a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VIEW ... AS SELECT 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restricted row/column subset to grant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Injection: the Most Common Real-World Attack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104241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Application builds this string directly from user input: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Staff WHERE staffNo = '" + userInput + "'"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Attacker submits, as userInput:   ' OR '1'='1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Resulting statement actually executed: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Staff WHERE staffNo = '' OR '1'='1'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EVERY row, bypassing the intended filter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3624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concatenated directly into 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690872"/>
            <a:ext cx="10424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 getStaff AS SELECT * FROM Staff WHERE staffNo = $1;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getStaff('SG37');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user input is bound as a parameter, never parsed as SQL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97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parameterized queries / prepared statements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Least-Privilege Principle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 user (or an application's own database account) exactly the privileges its job requires — and nothing more.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3756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reporting dashboard's database account needs SELECT and nothing else — it should never hold DELETE on any table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bug or a successful injection attack against that dashboard cannot destroy data it was never supposed to touch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roles (grant the role least privilege, once) and security views (expose only what a role needs), least privilege turns authorization into a system-wide, continuously-enforced discipline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91" cy="91"/>
          </a:xfrm>
          <a:prstGeom prst="lin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22960" y="18425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600200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continuously decides who may do what to which data, resting on the CIA triad — confidentiality, integrity, availability.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91740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249424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implements discretionary access control: GRANT assigns privileges, REVOKE removes them, WITH GRANT OPTION lets a recipient re-grant.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4096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898648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bundle privileges once and let you assign or revoke an entire policy for a user in a single statement — grant to roles, assign users to roles.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90188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547872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double as a genuine security mechanism: grant on a restricted view instead of the base table for row- and column-level restrictions, structurally enforced.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439412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197096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remains one of the most common real-world attacks; parameterized queries prevent it, and least privilege limits the damage even when some other defense fails.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2026-09-29T15:21:23Z</dcterms:created>
  <dcterms:modified xsi:type="dcterms:W3CDTF">2026-09-29T15:21:23Z</dcterms:modified>
</cp:coreProperties>
</file>
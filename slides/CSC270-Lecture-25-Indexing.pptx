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18"/>
    <p:sldId id="257" r:id="rId3"/>
    <p:sldId id="258" r:id="rId4"/>
    <p:sldId id="268" r:id="rId19"/>
    <p:sldId id="259" r:id="rId5"/>
    <p:sldId id="260" r:id="rId6"/>
    <p:sldId id="269" r:id="rId20"/>
    <p:sldId id="261" r:id="rId7"/>
    <p:sldId id="270" r:id="rId21"/>
    <p:sldId id="262" r:id="rId8"/>
    <p:sldId id="271" r:id="rId22"/>
    <p:sldId id="272" r:id="rId23"/>
    <p:sldId id="273" r:id="rId24"/>
    <p:sldId id="263" r:id="rId9"/>
    <p:sldId id="274" r:id="rId25"/>
    <p:sldId id="264" r:id="rId10"/>
    <p:sldId id="275" r:id="rId26"/>
    <p:sldId id="265" r:id="rId11"/>
    <p:sldId id="276" r:id="rId27"/>
    <p:sldId id="266" r:id="rId12"/>
    <p:sldId id="277" r:id="rId28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  <Relationship Id="rId18" Type="http://schemas.openxmlformats.org/officeDocument/2006/relationships/slide" Target="slides/slide12.xml"/>
  <Relationship Id="rId19" Type="http://schemas.openxmlformats.org/officeDocument/2006/relationships/slide" Target="slides/slide13.xml"/>
  <Relationship Id="rId20" Type="http://schemas.openxmlformats.org/officeDocument/2006/relationships/slide" Target="slides/slide14.xml"/>
  <Relationship Id="rId21" Type="http://schemas.openxmlformats.org/officeDocument/2006/relationships/slide" Target="slides/slide15.xml"/>
  <Relationship Id="rId22" Type="http://schemas.openxmlformats.org/officeDocument/2006/relationships/slide" Target="slides/slide16.xml"/>
  <Relationship Id="rId23" Type="http://schemas.openxmlformats.org/officeDocument/2006/relationships/slide" Target="slides/slide17.xml"/>
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  <Relationship Id="rId27" Type="http://schemas.openxmlformats.org/officeDocument/2006/relationships/slide" Target="slides/slide21.xml"/>
  <Relationship Id="rId28" Type="http://schemas.openxmlformats.org/officeDocument/2006/relationships/slide" Target="slides/slide22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4206240" cy="4206240"/>
          </a:xfrm>
          <a:prstGeom prst="ellipse">
            <a:avLst/>
          </a:prstGeom>
          <a:solidFill>
            <a:srgbClr val="2FE6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62895" y="3291840"/>
            <a:ext cx="2926080" cy="2926080"/>
          </a:xfrm>
          <a:prstGeom prst="ellipse">
            <a:avLst/>
          </a:prstGeom>
          <a:solidFill>
            <a:srgbClr val="8B7FD9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 · LECTURE 25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 — Query Performance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 — COMSATS University Islamabad, Lahore Campus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63624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1490472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index forces a full table scan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33172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indexes — built on the file's ordering key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17296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indexes — for fields the file isn't sorted by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087368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014216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vs. sparse indexes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1563624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39712" y="1490472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Single-level vs. multi-level indexes (B-trees)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240487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233172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CREATE INDEX SQL syntax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09360" y="324612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317296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which columns are worth indexing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4087368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4014216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trade-off: faster reads, slower writes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Not Having an Index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 with 10,000,000 rows across 500,000 disk blocks, and a query for propertyNo = 'PG21'.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INDEX — FULL TABLE SCAN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2395728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039112"/>
            <a:ext cx="4800600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block 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95946"/>
            <a:ext cx="4800600" cy="694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row — no match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3260" y="3227832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483864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3913632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557016"/>
            <a:ext cx="4800600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block 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013850"/>
            <a:ext cx="4800600" cy="694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row — no match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23260" y="4745736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5001768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" y="5431536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074920"/>
            <a:ext cx="4800600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up to block 500,000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531754"/>
            <a:ext cx="4800600" cy="694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read every block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6276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INDEX — DIRECT LOOKUP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1965960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9944" y="2386584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2039112"/>
            <a:ext cx="4800600" cy="55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PG21 in the index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2488265"/>
            <a:ext cx="4800600" cy="683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comparisons, not 500,000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38260" y="320954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63640" y="3465576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9944" y="3886200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29400" y="3538728"/>
            <a:ext cx="4800600" cy="55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pointer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3987881"/>
            <a:ext cx="4800600" cy="683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straight to block 214,009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489204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46520" y="505663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46520" y="5184648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544068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is a small, separate structure mapping field values directly to the block/row that holds them — the DBMS jumps to the answer instead of scanning for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FILES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Indexes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field the data file is physically ordered by — almost always the primary key. One entry per distinct key value, pointing to the first record with that value.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index on PropertyForRent(propertyNo) — file ordered by propertyNo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6583680" cy="27432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entry: propertyNo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block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block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block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block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block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52360" y="2240280"/>
            <a:ext cx="416052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35240" y="240487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35240" y="253288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AN ORDERED FILE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788920"/>
            <a:ext cx="37947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only works because the file is physically stored in propertyNo order. If unordered (the common case), no primary index is possible — you'd need a clustering index or a secondary index instead.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NON-ORDERING FIELDS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Indexes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queries filter on a field the file isn't ordered by — e.g. “find all properties in Lahore.” A secondary index must have one entry for every record, since matching rows can be scattered anywhere in the file.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index on PropertyForRent(city)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6583680" cy="27432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entry: 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Islamabad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PA14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Karachi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PL94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PG4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PG36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PG21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52360" y="2240280"/>
            <a:ext cx="416052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35240" y="2404872"/>
            <a:ext cx="27432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35240" y="253288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LAHORE REPEATS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788920"/>
            <a:ext cx="37947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 appears three times — once per matching record — because a secondary index can't compress multiple rows into one entry the way a primary index can. This is the direct cause of the dense-vs-sparse distinction next.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SHAPE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and Sparse Indexes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INDEX — 1 ENTRY / RECORD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5349240" cy="764438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1717243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609344"/>
            <a:ext cx="4800600" cy="3439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PA14 → record 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23260" y="2300630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556662"/>
            <a:ext cx="5349240" cy="764438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" y="2737714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629814"/>
            <a:ext cx="4800600" cy="3439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PG4 → record 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23260" y="3321101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3577133"/>
            <a:ext cx="5349240" cy="764438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" y="3758184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650285"/>
            <a:ext cx="4800600" cy="3439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PG21 → record 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23260" y="4341571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4597603"/>
            <a:ext cx="5349240" cy="764438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" y="4778654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670755"/>
            <a:ext cx="4800600" cy="3439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PG36 → record 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23260" y="5362042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5618074"/>
            <a:ext cx="5349240" cy="764438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" y="5799125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691226"/>
            <a:ext cx="4800600" cy="3439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PL94 → record 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11887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INDEX — 1 ENTRY / BLOCK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1536192"/>
            <a:ext cx="5349240" cy="789432"/>
          </a:xfrm>
          <a:prstGeom prst="roundRect">
            <a:avLst>
              <a:gd name="adj" fmla="val 9266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9944" y="1729740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29400" y="1609344"/>
            <a:ext cx="4800600" cy="3552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PA14 → block 1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1867753"/>
            <a:ext cx="4800600" cy="434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PA14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38260" y="232562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63640" y="2581656"/>
            <a:ext cx="5349240" cy="789432"/>
          </a:xfrm>
          <a:prstGeom prst="roundRect">
            <a:avLst>
              <a:gd name="adj" fmla="val 9266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9944" y="2775204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29400" y="2654808"/>
            <a:ext cx="4800600" cy="3552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PG4 → block 2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2913217"/>
            <a:ext cx="4800600" cy="434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PG4, PG21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38260" y="3371088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263640" y="3627120"/>
            <a:ext cx="5349240" cy="789432"/>
          </a:xfrm>
          <a:prstGeom prst="roundRect">
            <a:avLst>
              <a:gd name="adj" fmla="val 9266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9944" y="3820668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629400" y="3700272"/>
            <a:ext cx="4800600" cy="3552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PG36 → block 3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3958681"/>
            <a:ext cx="4800600" cy="434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PG36, PL94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63640" y="457200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46520" y="473659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46520" y="4864608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SPARSE INDEX PER TABLE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446520" y="512064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sparse index is smaller and faster to search, but only possible on the field the file is physically ordered by — so a table has at most one sparse (primary) index but many dense (secondary) indexes.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THE INDEX ITSELF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Indexes and B-Trees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over ten million rows is itself a large file. The fix: build an index on the index — a multi-level index, the structure underlying every production B-tree/B+-tree.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040880" cy="1274064"/>
          </a:xfrm>
          <a:prstGeom prst="roundRect">
            <a:avLst>
              <a:gd name="adj" fmla="val 5024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209800"/>
            <a:ext cx="100584" cy="32918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7552" y="1810512"/>
            <a:ext cx="6400800" cy="6115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(second-level) index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323429"/>
            <a:ext cx="6400800" cy="637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fit in one block — one entry per block of the level below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7728"/>
            <a:ext cx="7040880" cy="1274064"/>
          </a:xfrm>
          <a:prstGeom prst="roundRect">
            <a:avLst>
              <a:gd name="adj" fmla="val 5024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630168"/>
            <a:ext cx="100584" cy="329184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7552" y="3230880"/>
            <a:ext cx="6400800" cy="6115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First-level index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3743797"/>
            <a:ext cx="6400800" cy="637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per data block, exactly like a single-level index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78096"/>
            <a:ext cx="7040880" cy="1274064"/>
          </a:xfrm>
          <a:prstGeom prst="roundRect">
            <a:avLst>
              <a:gd name="adj" fmla="val 5024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5050536"/>
            <a:ext cx="100584" cy="32918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7552" y="4651248"/>
            <a:ext cx="6400800" cy="6115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" y="5164165"/>
            <a:ext cx="6400800" cy="637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PropertyForRent rows, in disk blocks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18120" y="1737360"/>
            <a:ext cx="3794760" cy="411480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01000" y="1901952"/>
            <a:ext cx="274320" cy="822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01000" y="202996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O(LOG N)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2286000"/>
            <a:ext cx="3429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divides the search space by roughly the same factor — the entries that fit in one block. That's exactly what gives B-tree indexes their logarithmic lookup cost, versus a full scan's linear O(n) cost, even as a table grows into the billions of rows.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Indexes in SQL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build index structures yourself — the DBMS does it once you name the column(s).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1F2429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4181C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74650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746504"/>
            <a:ext cx="100584" cy="10058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1746504"/>
            <a:ext cx="100584" cy="100584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41832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20824"/>
            <a:ext cx="1051560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 simple secondary index on one column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idx_property_city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PropertyForRent (city);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 unique index -- also enforces that no two rows may share a value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UNIQUE INDEX idx_property_no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PropertyForRent (propertyNo);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 composite (multi-column) index -- useful for queries filtering on both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idx_property_city_rent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PropertyForRent (city, rent);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Removing an index that is no longer earning its cost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INDEX idx_property_city;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Selection and Performance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72100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33502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28016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selectivity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691640"/>
            <a:ext cx="4969764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distinct values (propertyNo, email). A 2-value column like isActive barely benefits.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0780" y="1188720"/>
            <a:ext cx="5372100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5372" y="133502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97980" y="128016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1948" y="1691640"/>
            <a:ext cx="4969764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worth indexing — constantly used in joins.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57500"/>
            <a:ext cx="5372100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00380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294894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 WHERE clauses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3360420"/>
            <a:ext cx="4969764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run often, against large tables, are the clearest case.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0780" y="2857500"/>
            <a:ext cx="5372100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5372" y="300380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97980" y="294894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 ORDER BY / JOIN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41948" y="3360420"/>
            <a:ext cx="4969764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on the sort/join column can skip a separate sort step entirely.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553712"/>
            <a:ext cx="27432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68172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EVERYTHING IS NOT A SHORTCUT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index must be updated on every INSERT/UPDATE/DELETE that touches the column — over-indexing slows writes dramatically without benefit. Index selection is a real design decision driven by the actual query workload, not “more is always better.”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Disadvantages of Indexing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057400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609344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reads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142988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lookups instead of O(n) scans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3260" y="298094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236976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3758184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310128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sorting and joins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843772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indexed sort order can avoid a separate sort step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23260" y="4681728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937760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" y="5458968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010912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uniqueness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544556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indexes double as a constraint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11887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1536192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9944" y="2057400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1609344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writes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2142988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INSERT/UPDATE/DELETE must also update every affected index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38260" y="298094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63640" y="3236976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9944" y="3758184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29400" y="3310128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storage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3843772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over a large table can itself be sizeable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38260" y="4681728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63640" y="4937760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9944" y="5458968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29400" y="5010912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overhead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5544556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can fragment and need periodic rebuilding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3931920"/>
            <a:ext cx="3840480" cy="3840480"/>
          </a:xfrm>
          <a:prstGeom prst="ellipse">
            <a:avLst/>
          </a:prstGeom>
          <a:solidFill>
            <a:srgbClr val="2FE6C4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46910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60020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index, the DBMS runs a full table scan for any lookup — cost grows linearly with table size.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731770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8506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index (one entry per key) needs an ordered file; a secondary index must be dense (one entry per record).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51663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16992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indexes (one entry per block) only work on an ordered file's primary index — every secondary index is dense.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301490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95478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single-level index that grows too large is solved with a multi-level index — the idea behind B-tree/B+-tree structures.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086350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73964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indexes from real query workload — selectivity, foreign keys, WHERE/JOIN/ORDER BY columns — never every column.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587121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552450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trades faster reads and joins for slower writes and extra storage — never “free” performance.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3931920"/>
            <a:ext cx="3840480" cy="3840480"/>
          </a:xfrm>
          <a:prstGeom prst="ellipse">
            <a:avLst/>
          </a:prstGeom>
          <a:solidFill>
            <a:srgbClr val="2FE6C4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Where We 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46910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60020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3–5 covered relational design — normalization, ER/EER modeling, choosing the right tables and columns.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731770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8506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well-designed tables still lives on disk as physical blocks, read one block at a time.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51663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16992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quietly assumed the DBMS finds rows efficiently — this lecture asks what actually happens on disk.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301490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95478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help, the DBMS has exactly one option: check every single row, every time.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086350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73964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is the physical-design technique that avoids this — arguably the single most consequential decision for query performance.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587121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552450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lecture: how indexes are structured, and how to create the right ones in real SQL.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Scan — Step by Step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PropertyForRent table — 10,000,000 rows across 500,000 disk blocks. Here is exactly what a full scan costs.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propertyNo = 'PL94' (LUCKY CASE)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2395728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039112"/>
            <a:ext cx="4800600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1 through 214,008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95946"/>
            <a:ext cx="4800600" cy="694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 full — no match in any of them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3260" y="3227832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483864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3913632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557016"/>
            <a:ext cx="4800600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214,009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013850"/>
            <a:ext cx="4800600" cy="694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found here — the scan can finally stop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23260" y="4745736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5001768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" y="5431536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074920"/>
            <a:ext cx="4800600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214,009 blocks read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531754"/>
            <a:ext cx="4800600" cy="694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better than worst case — but not something you can plan around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6276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A ROW THAT DOES NOT EXIST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1965960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9944" y="2386584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2039112"/>
            <a:ext cx="4800600" cy="55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1 through 500,000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2488265"/>
            <a:ext cx="4800600" cy="683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must be checked — there is no early exit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38260" y="320954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63640" y="3465576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9944" y="3886200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29400" y="3538728"/>
            <a:ext cx="4800600" cy="55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blocks read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3987881"/>
            <a:ext cx="4800600" cy="683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worst case for a full table scan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489204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46520" y="505663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46520" y="5184648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544068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over many different queries, a full table scan reads about half the table — roughly 250,000 blocks here — because a match is equally likely to live in any block. This O(n) cost is exactly what an index exists to avoid.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vs. Secondary Indexes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answers to “which field is this index built on?” — side by side before we look at index shape next.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index vs. secondary index, compared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6583680" cy="27432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on the file's ordering 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on any other, non-ordering 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entry per distinct key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entry per record — always dense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sparse — one entry per block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dense — one entry per record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most one per table (the ordering field)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per table — one per useful query 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index on propertyNo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index on 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52360" y="2240280"/>
            <a:ext cx="416052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35240" y="2404872"/>
            <a:ext cx="27432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35240" y="253288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788920"/>
            <a:ext cx="37947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always has at most one primary (sparse) index — on its physical ordering field — but can have many secondary (dense) indexes, one for each field your queries actually filter 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 OF A FLAT INDEX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Single-Level Indexes — The Scaling Problem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index so far is one flat, sorted list. That works only while the index stays small.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040880" cy="1274064"/>
          </a:xfrm>
          <a:prstGeom prst="roundRect">
            <a:avLst>
              <a:gd name="adj" fmla="val 5024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209800"/>
            <a:ext cx="100584" cy="32918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7552" y="1810512"/>
            <a:ext cx="6400800" cy="6115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index: a few thousand rows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323429"/>
            <a:ext cx="6400800" cy="637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comfortably in memory — only a handful of blocks to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7728"/>
            <a:ext cx="7040880" cy="1274064"/>
          </a:xfrm>
          <a:prstGeom prst="roundRect">
            <a:avLst>
              <a:gd name="adj" fmla="val 5024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630168"/>
            <a:ext cx="100584" cy="329184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7552" y="3230880"/>
            <a:ext cx="6400800" cy="6115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index: 10,000,000 rows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3743797"/>
            <a:ext cx="6400800" cy="637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10,000,000 index entries — now a multi-megabyte file that no longer fits in memory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78096"/>
            <a:ext cx="7040880" cy="1274064"/>
          </a:xfrm>
          <a:prstGeom prst="roundRect">
            <a:avLst>
              <a:gd name="adj" fmla="val 5024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5050536"/>
            <a:ext cx="100584" cy="32918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7552" y="4651248"/>
            <a:ext cx="6400800" cy="6115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the index becomes the bottleneck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" y="5164165"/>
            <a:ext cx="6400800" cy="637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problem indexing was supposed to solve — now one level up, inside the index itself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18120" y="1737360"/>
            <a:ext cx="3794760" cy="411480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01000" y="1901952"/>
            <a:ext cx="274320" cy="822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01000" y="202996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NEEDS ITS OWN INDEX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2286000"/>
            <a:ext cx="3429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single-level index is itself too big to search quickly, the fix is to apply the same idea recursively: build an index on the index. That is exactly where we go next.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Lookup, Step by Step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2-level B-tree over 8 property keys, root separators [PG21, PX02]. Trace a lookup for propertyNo = 'PL94'.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propertyNo = 'PL94'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2395728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039112"/>
            <a:ext cx="4800600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Compare at the root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95946"/>
            <a:ext cx="4800600" cy="694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separators [PG21, PX02]: PL94 ≥ PG21 and &lt; PX02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3260" y="3227832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483864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3913632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557016"/>
            <a:ext cx="4800600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Descend to the middle child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013850"/>
            <a:ext cx="4800600" cy="694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middle pointer — the 2nd block read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23260" y="4745736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5001768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" y="5431536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074920"/>
            <a:ext cx="4800600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Scan the leaf block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531754"/>
            <a:ext cx="4800600" cy="694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holds PG21, PG36, PL94 — found, with a row pointer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6276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COST: 2 BLOCK READS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1965960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9944" y="2386584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2039112"/>
            <a:ext cx="4800600" cy="55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block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2488265"/>
            <a:ext cx="4800600" cy="683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read — compared against 2 separator keys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38260" y="320954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63640" y="3465576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9944" y="3886200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29400" y="3538728"/>
            <a:ext cx="4800600" cy="55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block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3987881"/>
            <a:ext cx="4800600" cy="683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read — compared against up to 3 keys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489204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46520" y="505663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46520" y="5184648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SCALES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544068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level the tree grows adds exactly one more block read, but multiplies the number of keys it can index by the branching factor — so a B-tree over billions of rows still resolves a lookup in a handful of reads.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vs. B+-Tree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72100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33502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28016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B-Tree: data in every node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691640"/>
            <a:ext cx="4969764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row pointers live in both internal nodes and leaves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0780" y="1188720"/>
            <a:ext cx="5372100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5372" y="133502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97980" y="128016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B+-Tree: data only in leaves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1948" y="1691640"/>
            <a:ext cx="4969764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nodes hold only separator keys, used purely for navigation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57500"/>
            <a:ext cx="5372100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00380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294894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B+-Tree leaves are chained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3360420"/>
            <a:ext cx="4969764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blocks are linked in a list, so a range scan never revisits the root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0780" y="2857500"/>
            <a:ext cx="5372100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5372" y="300380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97980" y="294894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production DBMS uses B+-trees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41948" y="3360420"/>
            <a:ext cx="4969764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InnoDB, PostgreSQL, SQL Server, and Oracle all index this way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553712"/>
            <a:ext cx="27432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68172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RANGE QUERIES LOVE B+-TREES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like rent BETWEEN 20000 AND 30000 finds the first matching leaf, then walks the leaf chain forward — no need to revisit the tree at all. That is why B+-trees, not plain B-trees, dominate real-world index implementations.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B-TREE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Real-World Index Types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72100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33502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28016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Index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691640"/>
            <a:ext cx="4969764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exact-match lookups via a hash function — useless for range queries or sorting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0780" y="1188720"/>
            <a:ext cx="5372100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5372" y="133502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97980" y="128016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 Index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1948" y="1691640"/>
            <a:ext cx="4969764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bit per possible value per row — excels on low-cardinality columns like isActive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57500"/>
            <a:ext cx="5372100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00380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294894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Index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3360420"/>
            <a:ext cx="4969764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Tokenizes text into searchable words — powers LIKE %word% and real search features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0780" y="2857500"/>
            <a:ext cx="5372100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5372" y="300380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97980" y="294894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(R-Tree) Index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41948" y="3360420"/>
            <a:ext cx="4969764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2D/3D regions — powers “find all branches within 5km” queries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553712"/>
            <a:ext cx="27432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68172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B-TREE IS STILL THE DEFAULT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your workload has a specific reason to reach for one of these — pure equality lookups, a handful of distinct values, free text search, or geographic data — a B+-tree remains the right first choice for almost every column.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Plan: With vs. Without an Index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query, same table — before and after CREATE INDEX idx_property_city, read with EXPLAIN.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1F2429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4181C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74650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746504"/>
            <a:ext cx="100584" cy="10058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1746504"/>
            <a:ext cx="100584" cy="100584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41832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20824"/>
            <a:ext cx="1051560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BEFORE: no index on city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SELECT * FROM PropertyForRent WHERE city = 'Lahore';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Seq Scan on PropertyForRent  (cost=0.00..180000.00 rows=2000000)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AFTER: CREATE INDEX idx_property_city ON PropertyForRent(city);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SELECT * FROM PropertyForRent WHERE city = 'Lahore';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 Scan using idx_property_city  (cost=0.43..420.18 rows=2000000)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The planner switches strategy automatically once the index exists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 Scan cost ≈ 180,000   vs.   Index Scan cost ≈ 420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roughly a 400x drop in estimated cost for this filter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The table was not touched — only the access path changed</a:t>
            </a:r>
            <a:endParaRPr lang="en-US" sz="1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application code changes; the DBMS just picks the faster plan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SUBTLETY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Indexes and Column Order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index on (city, rent) is not the same as one on (rent, city) — column order decides which queries it can actually serve.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on PropertyForRent(city, rent) — the “leftmost prefix” rule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6583680" cy="27432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filters on…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this index help?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= 'Lahore'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city is the leftmost 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= 'Lahore' AND rent &gt; 30000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uses both columns, in 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 &gt; 30000 (no city filter)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skips the leftmost column entirely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= 'Lahore' ORDER BY 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the sort order matches too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 &gt; 30000 AND city = 'Lahore'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the DBMS reorders filters for you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52360" y="2240280"/>
            <a:ext cx="416052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35240" y="240487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35240" y="253288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LEFTMOST-PREFIX RULE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788920"/>
            <a:ext cx="37947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index on (city, rent) serves any query filtering on city alone, or on city then rent together — but never a query that filters on rent alone, since the index is physically sorted by city first. Put your most-filtered column first.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Indexing Mistakes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057400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609344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foreign keys and WHERE/JOIN columns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142988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used constantly — the clearest win for the storage cost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3260" y="298094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236976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3758184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310128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with EXPLAIN before and after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843772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planner actually switches to an index scan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23260" y="4681728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937760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" y="5458968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010912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column order in composite indexes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544556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most-filtered, most-selective column first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11887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1536192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9944" y="2057400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1609344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every column “just in case”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2142988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indexes still slow every write with zero read benefit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38260" y="298094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63640" y="3236976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9944" y="3758184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29400" y="3310128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low-cardinality columns alone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3843772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or 2–3 value column barely narrows a scan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38260" y="4681728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63640" y="4937760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9944" y="5458968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29400" y="5010912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to monitor index usage over time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5544556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patterns change — yesterday's useful index can become dead weight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3931920"/>
            <a:ext cx="3840480" cy="3840480"/>
          </a:xfrm>
          <a:prstGeom prst="ellipse">
            <a:avLst/>
          </a:prstGeom>
          <a:solidFill>
            <a:srgbClr val="2FE6C4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46910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60020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closes out the physical-design toolbox this course builds on top of the relational model.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731770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8506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three lectures step outside the relational model entirely, into NoSQL.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51663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16992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 asks why relational databases start to struggle at web scale, and introduces the CAP theorem.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301490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95478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 goes hands-on with MongoDB and the document model — the most widely used NoSQL database today.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086350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73964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28 covers how MongoDB actually scales: replication and sharding.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587121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552450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trade-off you just saw with indexes — spend something to gain speed — resurfaces again and again from here on.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2026-09-29T15:21:37Z</dcterms:created>
  <dcterms:modified xsi:type="dcterms:W3CDTF">2026-09-29T15:21:37Z</dcterms:modified>
</cp:coreProperties>
</file>
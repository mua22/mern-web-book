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28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Beyond One Server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Sharding and Replication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— COMSATS University Islamabad, Lahore Campus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replication exists: availability and read scaling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sets — primary and secondary roles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 and elections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reads and writes are routed across a replica set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sharding exists: write and storage scaling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Sharded cluster architecture: shards, config servers, mongos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good shard key, and the hotspots a bad one causes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309360" y="4087368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balancer, and why production clusters use both together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REPLICATION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Replication Exists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mongod, however well it handles documents, is still just one server — one point of failure, and one machine's worth of disk and CPU. Replication keeps multiple synced copies of the same data to solve two problems: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20370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4884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6032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one server holding your data crashes, the application goes down with it. Multiple copies mean it can keep running on a surviving copy.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40780" y="205740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372" y="220370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97980" y="214884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scaling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56032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server has a ceiling on reads per second it can serve; spreading reads across several copies raises that ceiling.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TOPOLOGY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Sets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replica set is a group of mongod instances that all hold the same data. It almost always has an odd number of members (three is typical) — which matters for elections below.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23113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237744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310713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all writes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2400" y="306324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73880" y="210312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0184" y="223113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0184" y="237744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310713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Replicates the oplog from the primary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87640" y="306324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9120" y="210312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45424" y="223113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45424" y="237744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45424" y="310713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Replicates the oplog from the primary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5079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46360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THREE-MEMBER REPLICA SET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8920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member is primary at any moment — the only node that accepts writes. Every other member is a secondary, continuously replicating the primary's changes by tailing its oplog (operations log) and re-applying the same operations locally.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and Secondary Nodes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45389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60020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writes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229514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sends a write operation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62400" y="224028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73880" y="132588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0184" y="145389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0184" y="160020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applies it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20184" y="229514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operation in its oplog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7640" y="224028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99120" y="132588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45424" y="145389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5424" y="160020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Secondaries tail the oplog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45424" y="229514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Re-apply the same operations locally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1064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54787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67588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SECONDARIES ARE ALWAYS SLIGHTLY BEHIND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93192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by milliseconds, but under heavy load or a slow network link that lag can grow — which matters for the read-routing choice ahead.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510235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2303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PRIMARY REJOINS AS A SECONDARY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failed primary comes back online, it does not reclaim its role automatically — it rejoins as a secondary, catches up from the oplog, and needs a fresh election to become primary again.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primary becomes unreachable — a crash, a network partition, planned maintenance — the remaining members detect this through heartbeats and trigger an election.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9397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224028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fails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3522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Heartbeats to it start timing out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2400" y="28803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73880" y="196596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0184" y="209397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0184" y="224028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93522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secondaries vote among themselves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87640" y="28803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9120" y="196596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45424" y="209397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45424" y="224028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primary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45424" y="293522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former secondary now accepts writes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11064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18795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43159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ODD MEMBER COUNT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572000"/>
            <a:ext cx="10698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majority (quorum) of the replica set's members must be reachable and agree for an election to succeed. With three members, losing any one still leaves a clear majority of two able to elect a primary; with an even count, a split can leave neither side with a majority.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Operations in Replication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always go to the primary — the only member allowed to accept them. Reads can be directed to secondaries too, controlled by the application's read preference: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880360"/>
        </p:xfrm>
        <a:graphic>
          <a:graphicData uri="http://schemas.openxmlformats.org/drawingml/2006/table">
            <a:tbl>
              <a:tblPr/>
              <a:tblGrid>
                <a:gridCol w="3017520"/>
                <a:gridCol w="8046720"/>
              </a:tblGrid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preference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(default)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reads go to the primary — always the most up-to-date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primaryPreferred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the primary, fall back to a secondary if unreachable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reads go to a secondary — spreads out load, may return stale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secondaryPreferred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a secondary, fall back to the primary if none available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to whichever member has the lowest network latency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110642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505663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18464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TRADE-OFF, NOT A FREE WIN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44068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reads to secondaries raises read capacity, but oplog replication delay means an app reading a secondary can see slightly stale data — fine for a dashboard, usually unacceptable for a “did my write succeed” confirmation.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SHARDING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Sharding Exists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solves availability and read capacity — but every member of a replica set still holds the entire dataset, so it does nothing for a dataset too large, or a write volume too high, for any single server to hold or handle at all.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1106424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45059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5786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SHARDING PARTITIONS, REPLICATION COPIES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3464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Sharding solves a different problem: it partitions a collection's data across multiple servers, so each one holds only a slice of the total — both storage and write capacity grow as you add more shards.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45079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46360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NEVER TALKS TO SHARDS DIRECTLY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8920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sharded MongoDB deployment adds a routing layer and a metadata layer on top of the shards themselves — covered on the following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TOPOLOGY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Sharded Cluster Architecture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64240" cy="832104"/>
          </a:xfrm>
          <a:prstGeom prst="roundRect">
            <a:avLst>
              <a:gd name="adj" fmla="val 879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44932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307592"/>
            <a:ext cx="10515600" cy="3744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583924"/>
            <a:ext cx="10515600" cy="4576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every query exactly as it would to a single mongod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20665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322576"/>
            <a:ext cx="11064240" cy="832104"/>
          </a:xfrm>
          <a:prstGeom prst="roundRect">
            <a:avLst>
              <a:gd name="adj" fmla="val 879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4944" y="2537460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395728"/>
            <a:ext cx="10515600" cy="3744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 (query router)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72060"/>
            <a:ext cx="10515600" cy="4576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out which shard(s) hold the relevant data, consulting config server metadata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5295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474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1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886200"/>
            <a:ext cx="30723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one slice of the data — e.g. regNo A–H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43400" y="338328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07992" y="352958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474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2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544568" y="3886200"/>
            <a:ext cx="30723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another slice — e.g. regNo I–P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38160" y="338328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02752" y="35295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3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3886200"/>
            <a:ext cx="30723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another slice — e.g. regNo Q–Z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514807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527608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SERVERS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5321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the cluster's metadata — which chunks (ranges of shard-key values) currently live on which shard — and are themselves run as a replica set for availability. Each shard, in production, is not a single server but its own replica set.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DECISION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Keys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sharded collection needs a shard key — the field MongoDB uses to decide which chunk, and shard, a document belongs to: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379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cardinality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30723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distinct values, so data can split into many chunks. Five-value fields never produce more than five useful chunks.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07992" y="183794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783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distribution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2194560"/>
            <a:ext cx="30723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spread roughly evenly across the range, so no one chunk (or shard) ends up disproportionately large or busy.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83794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0" y="1783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Avoiding hotspots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2194560"/>
            <a:ext cx="30723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monotonically increasing key sends every new write to the shard owning the highest-value chunk — a bottleneck.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1106424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00507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13308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TIMESTAMP OR AUTO-INCREMENT ID IS A CLASSIC BAD SHARD KEY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38912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high-cardinality, but every new document has a larger value than the last, so all new writes land on the single shard holding the topmost chunk — exactly the hotspot sharding was supposed to prevent. A compound shard key with a higher-entropy field is a better choice.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 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Routing and mongos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QUERY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81912"/>
            <a:ext cx="5349240" cy="1106424"/>
          </a:xfrm>
          <a:prstGeom prst="roundRect">
            <a:avLst>
              <a:gd name="adj" fmla="val 6612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1933956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55064"/>
            <a:ext cx="4800600" cy="4978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includes the shard key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046610"/>
            <a:ext cx="4800600" cy="608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 computes exactly which shard(s) hold the answer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3260" y="2688336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944368"/>
            <a:ext cx="5349240" cy="1106424"/>
          </a:xfrm>
          <a:prstGeom prst="roundRect">
            <a:avLst>
              <a:gd name="adj" fmla="val 6612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296412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017520"/>
            <a:ext cx="4800600" cy="4978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only there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409066"/>
            <a:ext cx="4800600" cy="608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— touches only the relevant shard(s)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23444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SCATTER-GATHER QUERY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581912"/>
            <a:ext cx="5349240" cy="1106424"/>
          </a:xfrm>
          <a:prstGeom prst="roundRect">
            <a:avLst>
              <a:gd name="adj" fmla="val 6612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9944" y="1933956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29400" y="1655064"/>
            <a:ext cx="4800600" cy="4978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omits the shard key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046610"/>
            <a:ext cx="4800600" cy="608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 can't tell which shard has the answer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38260" y="2688336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63640" y="2944368"/>
            <a:ext cx="5349240" cy="1106424"/>
          </a:xfrm>
          <a:prstGeom prst="roundRect">
            <a:avLst>
              <a:gd name="adj" fmla="val 6612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3296412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3017520"/>
            <a:ext cx="4800600" cy="4978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to every shard, merges results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409066"/>
            <a:ext cx="4800600" cy="608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more expensive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25196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" y="441655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5445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WORKLOAD FIRST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80060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Shard-key choice should be driven by the application's most common queries — the same “know your workload” principle behind Lecture 25's index selection. A poorly chosen key turns routine queries into expensive scatter-gathers.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THINGS EVEN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and Data Distribution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59105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73736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grow unevenly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246705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Inserts, updates, deletes skew one range of the shard key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6240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73880" y="146304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0184" y="159105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0184" y="173736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Balancer detects imbalance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20184" y="246705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process watches chunk distribution across shards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764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99120" y="1463040"/>
            <a:ext cx="3413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45424" y="159105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5424" y="1737360"/>
            <a:ext cx="312115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Migrates / splits chunks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45424" y="2467051"/>
            <a:ext cx="3121152" cy="806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chunks between shards, splitting oversized ones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8221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502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INVISIBLE TO THE APPLICATION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206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runs automatically, aside from a brief moment of extra load while a chunk migration is in progress — the application keeps sending queries through mongos exactly as before.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PROBLEMS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Sharding vs. Replication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374904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solved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availability, read 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write and storage 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each node holds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complete 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different slice of the 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it protects against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Losing a single 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out of capacity on a single 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Primary, secondaries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Shards, config servers, mongos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replica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sharded cluster (built from multiple replica sets)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66360"/>
            <a:ext cx="110642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533095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54589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COMPETING TECHNIQUES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1500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answer different questions, and a serious production deployment uses both simultaneously — shown on the next slide.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Realistic Production Topology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280160" y="1234440"/>
            <a:ext cx="9601200" cy="105613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1597914"/>
            <a:ext cx="100584" cy="32918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19072" y="1307592"/>
            <a:ext cx="8961120" cy="5069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 query router(s)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719072" y="1720261"/>
            <a:ext cx="8961120" cy="528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application actually connects 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280160" y="2436876"/>
            <a:ext cx="9601200" cy="105613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463040" y="2800350"/>
            <a:ext cx="100584" cy="32918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9072" y="2510028"/>
            <a:ext cx="8961120" cy="5069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server replica set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719072" y="2922697"/>
            <a:ext cx="8961120" cy="528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metadata, itself replicated for availability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80160" y="3639312"/>
            <a:ext cx="9601200" cy="105613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463040" y="4002786"/>
            <a:ext cx="100584" cy="3291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719072" y="3712464"/>
            <a:ext cx="8961120" cy="5069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1 = its own replica set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719072" y="4125133"/>
            <a:ext cx="8961120" cy="528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secondaries, holding one slice of the data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280160" y="4841748"/>
            <a:ext cx="9601200" cy="105613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463040" y="5205222"/>
            <a:ext cx="100584" cy="32918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9072" y="4914900"/>
            <a:ext cx="8961120" cy="5069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2 = its own replica set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719072" y="5327569"/>
            <a:ext cx="8961120" cy="528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secondaries, holding another slice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46910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copies the same data across a replica set — solving availability and read scaling. Writes go to the primary; reads can route to secondaries via a read preference.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2731770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38506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 elects a new primary from surviving secondaries, requiring a majority (quorum) to agree.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351663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16992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Sharding splits different slices of a collection across shards — solving horizontal write and storage capacity, a different problem from replication.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301490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95478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sharded cluster routes every query through mongos, using config-server metadata to send a targeted query or an expensive scatter-gather.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5086350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73964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key choice — high cardinality, even distribution, no monotonic hotspot — is the single most consequential sharding decision, echoing Lecture 25's index selection.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587121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552450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production, both techniques combine: a sharded cluster's individual shards are themselves replica sets.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2026-09-29T15:24:21Z</dcterms:created>
  <dcterms:modified xsi:type="dcterms:W3CDTF">2026-09-29T15:24:21Z</dcterms:modified>
</cp:coreProperties>
</file>
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8B7FD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· LECTURE 30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8 · Transaction Management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Management: Concurrency Control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DBMS runs hundreds of transactions at once while still guaranteeing the result each one would have gotten running alone.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concurrent execution needs control: four anomalies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vs. concurrent schedules, and serializability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 concurrency control: shared &amp; exclusive locks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09360" y="1563624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Locking (2PL): growing &amp; shrinking phases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240487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Deadlocks: a concrete example, detection &amp; prevention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09360" y="3246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standard's four isolation levels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INTERLEAVING IS RISKY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Concurrency Control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transactions one at a time would trivially guarantee correctness — but every user would wait in a single queue. So a DBMS interleaves operations from multiple transactions for throughput. Left unchecked, this opens the door to four well-known anomalies.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721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75234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6974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08960"/>
            <a:ext cx="49697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transactions overwrite each other's work.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2606040"/>
            <a:ext cx="53721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275234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7980" y="26974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3108960"/>
            <a:ext cx="49697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of an uncommitted, later-rolled-back value.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3721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5811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262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937760"/>
            <a:ext cx="49697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row, two different values, one transaction.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0780" y="4434840"/>
            <a:ext cx="53721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5372" y="458114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7980" y="45262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41948" y="4937760"/>
            <a:ext cx="49697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a different set of rows.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1: Lost Update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A101, balance 1000. T1 deposits 100; T2 deposits 50. Run serially, the final balance must be 1150.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834640"/>
        </p:xfrm>
        <a:graphic>
          <a:graphicData uri="http://schemas.openxmlformats.org/drawingml/2006/table">
            <a:tbl>
              <a:tblPr/>
              <a:tblGrid>
                <a:gridCol w="914400"/>
                <a:gridCol w="4480560"/>
                <a:gridCol w="4480560"/>
                <a:gridCol w="1188720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balance = 1000+50 = 1050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balance = 1000+100 = 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1100, not 1150.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read the original 1000 before T2's deposit happened; its write at t5 overwrites T2's committed +50 entirely.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2: Dirty Read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reads a value written by another transaction that has not yet committed — and that transaction later rolls back.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4663440"/>
                <a:gridCol w="429768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balance = 1000+100 = 1100 (uncommitted)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(uses 1100 in further calculation)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(deposit reversed)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EDE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43484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T2 acted on data that never existed.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read and acted on 1100 — a value that, once T1 rolled back, never became a real, committed fact about this account. Anything T2 computed from that read is based on data that formally never existed.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3: Non-Repeatable Read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reads the same row twice and gets two different values, because another transaction committed a change in between.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393192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balance = 1000+100 = 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1100 (same txn, different value!)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EDE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43484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T1's own view of the data changed mid-transaction.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dirty read, the value T2 wrote is legitimately committed — the problem is only that T1 read the same row twice and got two different, both-valid,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4: Phantom Read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re-runs the same query and finds a different set of rows, because another transaction inserted or deleted matching rows in between.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5760720"/>
                <a:gridCol w="43891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Account WHERE balance &gt; 5000 → 3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Account VALUES ('A999', 9000)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(same query re-run) → 4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EDE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43484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new row appears inside T1's query range.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 T1 already saw was changed — the anomaly is an entirely new row appearing, which a simple row-level lock cannot prevent, because there was no existing row to lock at t1.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CORRECTNESS BAR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and Serializability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the actual sequence in which operations of one or more transactions execute. A concurrent schedule is serializable if its effect is equivalent to some serial schedule of the same transactions — all four anomalies above are exactly the signature of a schedule that is NOT serializable.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79806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74320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Schedule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54680"/>
            <a:ext cx="49697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fully completes, then T2 fully completes (or vice versa) — always correct, no overlap.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265176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279806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7980" y="274320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Concurrent Schedule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3154680"/>
            <a:ext cx="49697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interleaved for speed, but the result matches some serial ordering — the goal.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serializability: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“conflict” if they access the same data item and at least one is a write; a schedule is conflict-serializable if its conflicting operations can be reordered, without changing their relative order, into a valid serial schedule.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AND EXCLUSIVE LOCKS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Lock-Based Concurrency Control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721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6362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5087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Lock (S-lock)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20240"/>
            <a:ext cx="49697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to read a data item. Multiple transactions may hold a shared lock on the same item simultaneously — concurrent reads don't conflict.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0780" y="1417320"/>
            <a:ext cx="53721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56362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5087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Lock (X-lock)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920240"/>
            <a:ext cx="49697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to write a data item. Only one transaction may hold it at a time, and no other transaction may hold any lock while it's held.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compatibility matrix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13716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 \ Held by another txn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Exclusive 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— both proceed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wait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Exclusive 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wait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wait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5257800"/>
            <a:ext cx="365760" cy="320040"/>
          </a:xfrm>
          <a:prstGeom prst="rect">
            <a:avLst/>
          </a:prstGeom>
          <a:solidFill>
            <a:srgbClr val="2FE6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5257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    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331720" y="5257800"/>
            <a:ext cx="365760" cy="32004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5257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GUARANTEEING SERIALIZABILITY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Locking (2PL)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locks alone isn't enough — a transaction that releases a lock early and re-acquires another later can still produce a non-serializable schedule. 2PL adds one rule: once a transaction starts releasing locks, it may never acquire another.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48640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18504" y="1869948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399032"/>
            <a:ext cx="4937760" cy="67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Phase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51878"/>
            <a:ext cx="4937760" cy="819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acquire new locks. May NOT release any lock yet.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15400" y="281635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72200" y="3072384"/>
            <a:ext cx="548640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18504" y="361645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3145536"/>
            <a:ext cx="4937760" cy="67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Point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98382"/>
            <a:ext cx="4937760" cy="819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of maximum locks held — the boundary between the two phases.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456285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4818888"/>
            <a:ext cx="548640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18504" y="5362956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892040"/>
            <a:ext cx="4937760" cy="67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Phase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5444886"/>
            <a:ext cx="4937760" cy="819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release locks. May NOT acquire any new lock from here 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EXAMPLE, CORRECTED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2PL Preventing the Lost Update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5029200"/>
                <a:gridCol w="118872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 X-lock(balance)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requests X-lock, must wait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balance = 1100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COMMIT, release X-lock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 X-lock(balance)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balance → 1100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balance = 1100+50 = 1150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COMMIT, release X-lock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9FBF6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51383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1150, matching a genuine serial execution </a:t>
            </a:r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T2 waits from t2 to t5, the cost of a guaranteed-correct result.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2PL ISN'T ENOUGH ON ITS 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occurs when two (or more) transactions each hold a lock the other needs, and each is waiting for the other to release it — neither can ever proceed. 2PL guarantees serializability, not deadlock-freedom.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721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3865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3317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43200"/>
            <a:ext cx="49697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X-lock(A101). Now requests X-lock(A205) — held by T2. T1 waits.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2240280"/>
            <a:ext cx="53721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238658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7980" y="23317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743200"/>
            <a:ext cx="49697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X-lock(A205). Now requests X-lock(A101) — held by T1. T2 waits.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418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X-lock(A101)                T2: X-lock(A205)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... requests X-lock(A205)   T2: ... requests X-lock(A101)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BLOCKED, waits on T2           -&gt; BLOCKED, waits on T1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VS. PREVENTION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Deadlocks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721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0934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5544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65960"/>
            <a:ext cx="49697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periodically builds a wait-for graph (a node per transaction, an edge Ti→Tj when Ti waits on a lock Tj holds) and checks it for cycles. A cycle IS a deadlock; the DBMS aborts a victim transaction to break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0780" y="1463040"/>
            <a:ext cx="53721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6093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5544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965960"/>
            <a:ext cx="49697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possibility entirely: order lock requests globally so a cycle can never form, or use timeouts — a transaction waiting too long is assumed deadlocked and aborted.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7E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always costs a rollback; prevention costs concurrency.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DBMSs use detection with a short timeout, since real deadlocks are rare relative to the overhead of strict prevention.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CONCURRENCY FOR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standard defines four isolation levels, each permitting more concurrency (and more anomalies) than the one below it — applications choose the weakest level still safe for their needs.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486400" cy="1076706"/>
          </a:xfrm>
          <a:prstGeom prst="roundRect">
            <a:avLst>
              <a:gd name="adj" fmla="val 6794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18504" y="1571625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307592"/>
            <a:ext cx="4937760" cy="484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686657"/>
            <a:ext cx="4937760" cy="592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— may read another transaction's uncommitted writes.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15400" y="231114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72200" y="2567178"/>
            <a:ext cx="5486400" cy="1076706"/>
          </a:xfrm>
          <a:prstGeom prst="roundRect">
            <a:avLst>
              <a:gd name="adj" fmla="val 6794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18504" y="2904363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640330"/>
            <a:ext cx="4937760" cy="484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19395"/>
            <a:ext cx="4937760" cy="592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reads committed data — but a re-read can still change.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364388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3899916"/>
            <a:ext cx="5486400" cy="1076706"/>
          </a:xfrm>
          <a:prstGeom prst="roundRect">
            <a:avLst>
              <a:gd name="adj" fmla="val 6794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18504" y="4237101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973068"/>
            <a:ext cx="4937760" cy="484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352133"/>
            <a:ext cx="4937760" cy="592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the same row always returns the same 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497662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5232654"/>
            <a:ext cx="5486400" cy="1076706"/>
          </a:xfrm>
          <a:prstGeom prst="roundRect">
            <a:avLst>
              <a:gd name="adj" fmla="val 6794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18504" y="5569839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5305806"/>
            <a:ext cx="4937760" cy="484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684871"/>
            <a:ext cx="4937760" cy="592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— behaves exactly as if every transaction ran alone.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 vs. Anomalies Prevented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2587752"/>
                <a:gridCol w="2587752"/>
                <a:gridCol w="259689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Non-Repeatable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Uncommitted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Committed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1F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251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 by column tells the real story: dirty reads are cheap to rule out and every level above the weakest does so; non-repeatable reads need locks held on rows already read for the whole transaction, which is why only Repeatable Read and above prevent them; phantom reads need locks on an entire range of potential rows, which only true Serializable isolation guarantees.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 isn't in this table by design — it's prevented as a side effect of the locking each level uses; under 2PL, Repeatable Read and Serializable both hold write locks long enough to rule it out entirely.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CONFLATE THEM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and Consistency Are Different Questions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721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0934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5544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(Lecture 29)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65960"/>
            <a:ext cx="49697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whether a single transaction's final state obeys every integrity constraint.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0780" y="1463040"/>
            <a:ext cx="53721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6093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55448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(this lecture)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965960"/>
            <a:ext cx="49697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whether concurrently running transactions interfere with each other's intermediate, in-progress work.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can be perfectly consistent and still suffer a lost update if isolation is too weak — the balance in the lost-update example never violated any CHECK constraint at any point; the row was simply wrong because two transactions stepped on each other. Choosing an isolation level is an explicit trade-off between correctness guarantees and concurrent throughput.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25396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interleaving produces four anomalies: lost update, dirty read, non-repeatable read, and phantom read.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967228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is serializable if its result matches some serial execution of the same transactions.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90906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483864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Locking (2PL) — a growing phase, then a shrinking phase — guarantees serializability; it fixed the lost-update schedule directly.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4850892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25696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occurs when transactions wait on each other in a cycle; resolved by detection (wait-for graph) or prevention (ordering, timeouts).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5792724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367528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standard's four isolation levels trade off concurrency against which anomalies they prevent.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2026-09-29T15:20:24Z</dcterms:created>
  <dcterms:modified xsi:type="dcterms:W3CDTF">2026-09-29T15:20:24Z</dcterms:modified>
</cp:coreProperties>
</file>
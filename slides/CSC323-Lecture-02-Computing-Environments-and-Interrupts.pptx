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Environments and Interrupts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computing environments in use today, and how each shapes its OS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interrupt-driven operation, not polling, lets an OS react instead of check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interrupt vector table, and how the CPU finds the right handler without searching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interrupts (traps) vs. hardware interrupts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main interrupt categories: I/O completion, timer, program error, system call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(Desktop) and Mobile Computing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computer” used to mean one standalone PC; that line has blurred as desktops and laptops stay always connected and lean on remote servers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power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scheduling and I/O decision on mobile has a direct, measurable energy cost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memory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 carry far less RAM, so the OS aggressively suspends or kills background apps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reliance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cellular, Bluetooth, and NFC replace the wired connections a desktop could assume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sensors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accelerometers, gyroscopes, and touchscreens are first-class inputs a desktop OS never had to manage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and Peer-to-Peer Computing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a service on one or more powerful servers that satisfy requests from many clients — a compute server or a file server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today's internet runs on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old dumb-terminal/mainframe model; the client is capable but delegates specific services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(P2P)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client/server distinction entirely; every node is a peer, acting as both client and server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a service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 broadcasts a request, or queries a centralized lookup service, before direct peer-to-peer communication begins; BitTorrent is the canonical example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computing, storage, and application services over a network as an on-demand, metered utility rather than owned hardware — built on virtualization underneath.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18008" y="20116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9176" y="21945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9176" y="2670048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anyone willing to pay, over the open internet (AWS, Azure, and similar)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58488" y="20116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59656" y="21945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59656" y="2670048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an organization strictly for its own internal use, on hardware it controls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98968" y="20116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00136" y="21945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00136" y="2670048"/>
            <a:ext cx="3072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sensitive workloads private while bursting elastic demand out to a public cloud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805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environment is physical hardware running a virtual machine manager, plus provisioning, billing, and monitoring software — each application can get its own VM, created and destroyed on demand.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Computing Environments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18008" y="15544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19176" y="17373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9176" y="2212848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desktop/laptop, now almost always networked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58488" y="15544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9656" y="17373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59656" y="2212848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memory, and wireless constraints shape every decision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98968" y="155448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00136" y="173736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00136" y="2212848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clients delegate specific services to a central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38248" y="35661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39416" y="374904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39416" y="4224528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server — every node can be both client and server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8728" y="35661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9896" y="374904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79896" y="4224528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private, or hybrid — built on virtualization underneath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overlap constantly in practice: a mobile app is almost always a client-server app, talking to a backend in a public or hybrid cloud. Treat these as lenses, not mutually exclusive categories.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Operation: Why Not Just Poll?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that repeatedly reads a device's status register, asking “are you ready yet?” — every “not yet” wastes a CPU cycle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operation inverts this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tells the CPU, by asserting a signal the control unit checks after every instruction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signal appears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is completely free to run other work</a:t>
            </a:r>
            <a:endParaRPr lang="en-US" sz="1500" dirty="0"/>
          </a:p>
          <a:p>
            <a:pPr marL="342900" indent="-342900">
              <a:buSzPct val="100000"/>
              <a:buChar char="●"/>
            </a:pPr>
            <a:r>
              <a:rPr lang="en-US" sz="15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multiprogramming and multitasking possible at all —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the CPU to another process depends on the device being able to interrupt later, not on the CPU polling it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Interrupt Vector Table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addresses, one entry per interrupt type, indexed by a small integer. The instant interrupt N occurs, the CPU reads entry N and jumps directly there — constant-time lookup, no searching.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651760" y="1965960"/>
            <a:ext cx="6858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26080" y="1965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9659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ISR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2569464"/>
            <a:ext cx="6858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25694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256946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ISR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3172968"/>
            <a:ext cx="6858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0" y="31729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14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317296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ISR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51760" y="3776472"/>
            <a:ext cx="68580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37764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0x80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7764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System-call gate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63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the interrupt number, the hardware preserves enough context to resume afterward — typically the interrupted instruction's address, pushed onto a stack before control transfers to the handler.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Interrupts (Traps) vs. Hardware Interrupts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8B7F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interrupt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5166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electrical signal from a device controller, timer chip, or similar hardware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asynchronously — completely independent of whatever instruction the CPU happens to be executing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188720"/>
            <a:ext cx="5257800" cy="502920"/>
          </a:xfrm>
          <a:prstGeom prst="roundRect">
            <a:avLst>
              <a:gd name="adj" fmla="val 14545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1887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interrupt (trap)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874520"/>
            <a:ext cx="5166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synchronously by the currently running program, via a dedicated trap instruction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system call (“please do this for me”), or a hardware-detected error: divide-by-zero, invalid memory reference, privileged instruction in user mode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Interrupts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account for almost every interrupt an OS has to service: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2628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867912"/>
                <a:gridCol w="2103120"/>
              </a:tblGrid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completion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device 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disk read finishes; a network packet arrives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Asynchronous (hardware)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hardware clock, ticking at a fixed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scheduler's quantum expires, forcing a context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Asynchronous (hardware)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error / trap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CPU itself, detecting a 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Divide-by-zero; illegal memory reference; privileged instruction in user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 (software)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running program, deliberately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program calls read() and needs the kernel to perform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 (software)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Timer Interrupt: Preemptive Multitasking's Foundation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97280" y="1463040"/>
            <a:ext cx="9966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6459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one process could run forever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011680"/>
            <a:ext cx="9418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timer interrupt is what makes preemptive multitasking possible at all. Without a periodic, unavoidable timer interrupt forcing the OS back into control, a process that never performs I/O and never voluntarily yields the CPU could simply run forever, starving every other process on the system.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3474720"/>
            <a:ext cx="9966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36576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this back to Lecture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4023360"/>
            <a:ext cx="9418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1's dual-mode execution model and this lecture's interrupt types are two halves of the same story: an interrupt — of any of the four kinds — is precisely the event that flips the hardware's mode bit back to kernel mode, which is how the OS regains control from a running user program.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computing environments — traditional, mobile, client-server, peer-to-peer, and cloud (public, private, or hybrid) — cover most of where software runs today, and real systems routinely combine several at once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operation replaces wasteful polling: devices signal the CPU when ready, freeing it to do other work meanwhile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interrupt vector table gives the CPU constant-time dispatch to the correct handler, indexed by interrupt number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interrupts arrive asynchronously from devices; software interrupts (traps) are synchronous — a system call or a hardware-detected program error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completion, timer, program error, and system call together explain almost everything that forces the CPU back into the OS's hands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54158" y="6457493"/>
            <a:ext cx="20107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cuinotes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2026-10-02T01:18:04Z</dcterms:created>
  <dcterms:modified xsi:type="dcterms:W3CDTF">2026-10-02T01:18:04Z</dcterms:modified>
</cp:coreProperties>
</file>
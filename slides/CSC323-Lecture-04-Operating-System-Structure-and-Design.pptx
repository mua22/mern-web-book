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Structure and Design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vs. policy — a foundational OS design distinction, and why it matters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monolithic structure — simple and fast, but fragile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approach, and the strict ordering constraints it imposes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microkernel — pushing almost everything out into user-space services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approach — loadable kernel modules, what most real systems use today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systems, and a side-by-side comparison of all four core structures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Challenges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“correct” way to structure an operating system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structure depends on what the system has to do — general-purpose desktop, embedded controller, real-time industrial system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goals and specifications set at the very start shape everything that follows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structural decisions are the hardest to change later, once thousands of other things are built on top of them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vs. Policy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distinction, more than any other, determines whether an OS design ages well.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8048" y="192024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9216" y="210312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how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39216" y="2578608"/>
            <a:ext cx="4626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timer that can interrupt the CPU; a memory-protection scheme that can mark a page read-only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24448" y="192024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25616" y="210312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what, when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25616" y="2578608"/>
            <a:ext cx="4626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 the scheduler picks to run next; how long a time slice lasts; who gets write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10332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43891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mnemonic worth keeping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7548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is the engine; policy is the steering. You can swap the driver's decisions — turn left here, slow down there — endlessly, without ever touching how the engine converts fuel into motion.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Separating Mechanism From Policy?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change constantly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installations, across users, across time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correctly built mechanism should not need to change at all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stay stable underneath whatever policy sits on top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general, flexible timer mechanism can support round-robin scheduling today and a priority-based policy tomorrow without being touched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them together, and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change risks breaking the underlying machinery it depends 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Monolithic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program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scheduling, memory management, the file system, device drivers, all in a single address space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MS-DOS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this way out of necessity; limited hardware space forced functionality into the smallest footprint, with no separation of interfaces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UNIX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a kernel (reachable only through system calls) and system programs on top, but the kernel's own internals stayed one undivided body of code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fragile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boundary to cross between subsystems, but a bug anywhere in the kernel can corrupt memory or crash the entire machine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the OS into a stack of layers, 0 at the bottom (hardware) to N at the top (user interface). Each layer may use only the services of layers strictly below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651760" y="187452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8B7F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80360" y="18745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— User programs / shell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246888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46888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System-call interface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306324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306324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File systems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65760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80360" y="365760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I/O and device drivers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425196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0360" y="425196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Process / CPU scheduling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484632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80360" y="48463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Memory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544068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8A939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880360" y="544068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Hardware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Approach: Benefits and Costs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in construction and debugging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fully debug layer 0 first in isolation; build layer 1 on top, trusting layer 0 completely; and so on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are easy to localize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bug appears while testing layer k, it must be in layer k itself, since every layer below has already been verified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hides its own data structures and operations from everything above it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overhead and rigidity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filters down through every intermediate layer; discovering layer 3 needs something layer 5 provides means redesigning the stack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Microkernel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 strategy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kernel to the smallest possible core: minimal process and memory management, plus message-passing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moves out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systems, device drivers, and networking run as separate user-space processes, communicating purely through messages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example; underlies parts of the modern macOS/iOS kernel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off in extensibility, portability, and reliability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in a user-space service can crash and restart without taking the whole OS down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vs. Microkernel Placement of 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38048" y="21031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8B7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9216" y="228600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39216" y="2761488"/>
            <a:ext cx="4626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file system, drivers, and networking all run inside one kernel address space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24448" y="21031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25616" y="228600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25616" y="2761488"/>
            <a:ext cx="4626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kernel (scheduling + IPC only), with file system, drivers, and networking each a separate user-space service, reached by message passing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shrinking the kernel: performance. What used to be a single function call becomes a round trip of message passing, multiplying context switches for a single request.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OSes shipped today — Linux and Solaris among them — use a modular design built around loadable kernel modules.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49528" y="210312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8B7F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4120" y="2249424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kernel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4120" y="2670048"/>
            <a:ext cx="4242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memory management, the module loader itself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31256" y="2880360"/>
            <a:ext cx="877824" cy="182880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8" name="Shape 6"/>
          <p:cNvSpPr/>
          <p:nvPr/>
        </p:nvSpPr>
        <p:spPr>
          <a:xfrm>
            <a:off x="6370168" y="210312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4760" y="2249424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Loadable modules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4760" y="2670048"/>
            <a:ext cx="42428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drivers, file systems, network protocols — added or removed at runtime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Resembles the layered approach's separation of functionality, but without strict one-directional ordering — any module can call any other directly. Resembles the microkernel's independent loadability, but modules share the kernel's own address space, avoiding the message-passing performance tax.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Systems: Pragmatic Real-World Mixes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almost no production OS is a pure example of any single structure — most real systems mix approaches wherever pragmatic.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8008" y="20116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9176" y="2194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iOS (XNU)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9176" y="2670048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microkernel core + monolithic-style BSD components (networking, file system, process model) for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8488" y="20116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9656" y="2194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(NT)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9656" y="2670048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layered, with performance-critical subsystems pulled into the kernel, plus extensive loadable-driver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98968" y="20116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00136" y="2194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00136" y="2670048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core for speed, extended almost entirely through loadable kernel modules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microkernel is elegant but slow; a pure monolithic kernel is fast but fragile — real engineering teams pick whatever mixture delivers acceptable performance without sacrificing maintainability.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Four Structures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5120640"/>
        </p:xfrm>
        <a:graphic>
          <a:graphicData uri="http://schemas.openxmlformats.org/drawingml/2006/table">
            <a:tbl>
              <a:tblPr/>
              <a:tblGrid>
                <a:gridCol w="1399032"/>
                <a:gridCol w="2423160"/>
                <a:gridCol w="2423160"/>
                <a:gridCol w="2423160"/>
                <a:gridCol w="2423160"/>
              </a:tblGrid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Microkernel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 — one address space, no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Strict, one-directional — depends only on the layer below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— communicate only via message passing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but direct — modules call each other within one address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— no cross-boundary overhead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filters through every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Slowest — message passing, extra context switches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— near-monolithic, shared address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— risks the whole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constrained by strict ordering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a new service is just a user-space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load/unload without rebuilding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— a bug can corrupt the whole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confined to the layer under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a failing service can often restart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to moderate — a bad module can still crash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MS-DOS, original UNIX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layered research systems (e.g. THE 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 (parts of macOS/iOS)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Solaris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Clean Categories, Almost No Clean Real-World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10332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645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table for trade-offs, not classification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011680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describes four idealized structures precisely because almost no shipping OS matches any single row exactly — Linux, Windows, and macOS are all, in practice, hybrids that borrow traits from several rows at once. Use the table to reason about trade-offs (what do you gain and lose by leaning monolithic vs. microkernel?), not as a strict classification of any specific real system.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mechanism (how something is done) from policy (what is decided) lets an OS change its policies without rewriting the machinery they rely on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monolithic kernel is fast but fragile: no internal boundaries means one bug can corrupt the whole system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OS is easy to build and debug one layer at a time, at the cost of strict ordering and request overhead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microkernel pushes almost everything into user-space services reached by message passing — more robust and extensible, but slower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kernel (Linux, Solaris) loads independent modules at runtime, combining separation with near-monolithic performance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 real OS — macOS/iOS, Windows, Linux included — is a hybrid that mixes these approaches pragmatically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2026-10-02T01:18:53Z</dcterms:created>
  <dcterms:modified xsi:type="dcterms:W3CDTF">2026-10-02T01:18:53Z</dcterms:modified>
</cp:coreProperties>
</file>
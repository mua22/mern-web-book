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2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429"/>
                </a:solidFill>
                <a:latin typeface="Arial"/>
              </a:rPr>
              <a:t>Speedup approaches the 1/S = 2.5× ceiling as cores grow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2FE6C4"/>
            </a:solidFill>
            <a:ln w="38100" cap="flat">
              <a:solidFill>
                <a:srgbClr val="2FE6C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2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E6C4"/>
              </a:solidFill>
              <a:ln w="9525" cap="flat">
                <a:solidFill>
                  <a:srgbClr val="2FE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1.4286</c:v>
                </c:pt>
                <c:pt idx="2">
                  <c:v>1.8182</c:v>
                </c:pt>
                <c:pt idx="3">
                  <c:v>2.1053</c:v>
                </c:pt>
                <c:pt idx="4">
                  <c:v>2.2857</c:v>
                </c:pt>
                <c:pt idx="5">
                  <c:v>2.3881</c:v>
                </c:pt>
                <c:pt idx="6">
                  <c:v>2.4428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42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Cores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3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12700" cap="flat">
              <a:solidFill>
                <a:srgbClr val="E1E4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Speedup (×)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3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57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87168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Threads and Concurrency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607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thread is, and exactly what it shares with its sibling threads vs. what it keeps private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threads exist: responsiveness, resource sharing, economy, and scalability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vs. threads, compared directly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vs. parallelism — a frequently confused but genuinely different distinction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Law: the formula bounding how much speedup more cores can actually deliver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Many Things Happening at Once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web browser renders a page, plays a video, and responds to your typing all at what feels like the same time, without spawning a brand-new, fully isolated process for each job. It does this with threads — a second, finer-grained unit of execution living inside a single process.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Thread?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is a lightweight unit of execution within a process. Like a process, it has its own program counter, its own CPU registers, and its own stack — everything it needs to be independently scheduled and run.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881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process, a thread does not get its own private copy of everything else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threads of the same process share that process's code (text section), its global data, its heap, and its open files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Three Threads — Shared vs. Private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609344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threads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993392"/>
            <a:ext cx="4855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(text section), global data, heap, open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97880" y="14630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48" y="1609344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 each thread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99048" y="1993392"/>
            <a:ext cx="4855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counter, CPU registers, its own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E6FBF6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947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house, and the people living in it.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has its own bedroom (its own stack, its own registers — private, personal space) but all threads share the same kitchen, the same living room, and the same front door (the process's code, data, and open files).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Threads?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process can already do work, why introduce a second, smaller unit of execution inside it? Four reasons that show up constantly in real software: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08676" cy="1600200"/>
          </a:xfrm>
          <a:prstGeom prst="roundRect">
            <a:avLst>
              <a:gd name="adj" fmla="val 5714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04872"/>
            <a:ext cx="50063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keeps responding to the user even while part of it is busy — keystrokes still register while a spell-check runs in the 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57316" y="1874520"/>
            <a:ext cx="5408676" cy="1600200"/>
          </a:xfrm>
          <a:prstGeom prst="roundRect">
            <a:avLst>
              <a:gd name="adj" fmla="val 5714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58484" y="2020824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58484" y="2404872"/>
            <a:ext cx="50063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of the same process automatically share memory and files, without the deliberate IPC that separate processes need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408676" cy="1600200"/>
          </a:xfrm>
          <a:prstGeom prst="roundRect">
            <a:avLst>
              <a:gd name="adj" fmla="val 5714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58184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142232"/>
            <a:ext cx="50063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thread, and switching between two threads of the same process, is cheaper than a whole new process — no private address space to set 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57316" y="3611880"/>
            <a:ext cx="5408676" cy="1600200"/>
          </a:xfrm>
          <a:prstGeom prst="roundRect">
            <a:avLst>
              <a:gd name="adj" fmla="val 5714"/>
            </a:avLst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58484" y="3758184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58484" y="4142232"/>
            <a:ext cx="50063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multicore machine, the threads of a single process can genuinely run at the same time on different cores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vs. Threads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480560"/>
        </p:xfrm>
        <a:graphic>
          <a:graphicData uri="http://schemas.openxmlformats.org/drawingml/2006/table">
            <a:tbl>
              <a:tblPr/>
              <a:tblGrid>
                <a:gridCol w="2651760"/>
                <a:gridCol w="4297680"/>
                <a:gridCol w="4325112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own, isolated from every other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with every other thread in the same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— new memory tables, new PCB, new file structures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Lighter — reuses the parent process's existing structures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Context-switch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— may involve switching memory mappings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Lighter — registers and stack pointer change, address space does not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with siblings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IPC (shared memory or message passing)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— simply read or write the same shared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crashing process does not corrupt another process's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misbehaving thread can corrupt data shared with sibling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Between Threads Is a Double-Edged Sword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property that makes threads cheap is what makes them dangerous.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unmediated access to shared data is convenient, but two threads reading and writing the same shared variable at the same time face precisely the synchronization problem flagged for shared-memory IPC — except now it's the default, not an opt-in choice. A later unit of this course is devoted entirely to keeping concurrent access to shared data correct.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vs. Parallelism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means multiple tasks are making progress over some interval of time, without necessarily running at the exact same instant — a single core can interleave slices of thread A, then B, then back to A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means multiple tasks are running literally at the same instant, which requires multiple physical execution units — multiple CPU cores, each actually executing a different thread's instructions simultaneously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vs. Simultaneous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— one core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and Thread B interleaved — never truly simultaneous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987552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7F8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987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27632" y="2331720"/>
            <a:ext cx="987552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7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27632" y="2331720"/>
            <a:ext cx="987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15184" y="2331720"/>
            <a:ext cx="987552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7F8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15184" y="2331720"/>
            <a:ext cx="987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02736" y="2331720"/>
            <a:ext cx="987552" cy="777240"/>
          </a:xfrm>
          <a:prstGeom prst="rect">
            <a:avLst/>
          </a:prstGeom>
          <a:solidFill>
            <a:srgbClr val="8B7FD9"/>
          </a:solidFill>
          <a:ln w="19050">
            <a:solidFill>
              <a:srgbClr val="F7F8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2736" y="2331720"/>
            <a:ext cx="987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0288" y="2331720"/>
            <a:ext cx="987552" cy="777240"/>
          </a:xfrm>
          <a:prstGeom prst="rect">
            <a:avLst/>
          </a:prstGeom>
          <a:solidFill>
            <a:srgbClr val="2FE6C4"/>
          </a:solidFill>
          <a:ln w="19050">
            <a:solidFill>
              <a:srgbClr val="F7F8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0288" y="2331720"/>
            <a:ext cx="987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time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— two cores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 on Core 1 and Thread B on Core 2, genuinely simultaneous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4937760" cy="7772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 — 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4937760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291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 — 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E6FBF6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800600"/>
            <a:ext cx="1026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parallel system is concurrent, but not every concurrent system is parallel.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single-core machine running a multithreaded program is concurrent but never truly parallel. A multicore machine can be genuinely parallel, but only if the scheduler actually places different threads on different cores at the same moment.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program has multiple threads that can genuinely run in parallel, the obvious question is: how much faster does adding more cores actually make it? Amdahl's Law answers that — and the answer is less generous than intuition suggests.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011680" y="2286000"/>
            <a:ext cx="8165592" cy="1371600"/>
          </a:xfrm>
          <a:prstGeom prst="roundRect">
            <a:avLst>
              <a:gd name="adj" fmla="val 6667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0" y="2514600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  ≤  1 / ( S + (1 − S) / N 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the fraction of the program that must run serially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S) is the fraction that can be parallelized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the number of processor cores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a Program That Is 40% Serial (S = 0.4)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10360152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5239512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 (N)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(0.4 + 0.6/2) = 1 / 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(0.4 + 0.6/4) = 1 / 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(0.4 + 0.6/8) = 1 / 0.475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(0.4 + 0.6/∞) = 1 / 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3977640"/>
            <a:ext cx="10360152" cy="1463040"/>
          </a:xfrm>
          <a:prstGeom prst="roundRect">
            <a:avLst>
              <a:gd name="adj" fmla="val 6250"/>
            </a:avLst>
          </a:prstGeom>
          <a:solidFill>
            <a:srgbClr val="E6FBF6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4114800"/>
            <a:ext cx="9902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little is gained between N = 4 and N = 8.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an infinite number of cores, the speedup never exceeds 2.5×, because the parallel term (1 − S)/N shrinks toward zero, leaving the speedup bound entirely by the serial fraction: 1/S.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vs. Cores — Amdahl's Law (S = 0.4)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280160"/>
          <a:ext cx="10543032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Example: 25% Serial Caps You at 4×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194560"/>
          </a:xfrm>
          <a:prstGeom prst="roundRect">
            <a:avLst>
              <a:gd name="adj" fmla="val 4167"/>
            </a:avLst>
          </a:prstGeom>
          <a:solidFill>
            <a:srgbClr val="E6FBF6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formula with S = 0.25: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possible speedup is 1/0.25 = 4× as N → ∞ — no matter whether you add 8 cores, 64 cores, or 1,000 cores. The serial portion of a program, however small, sets a hard ceiling on parallel speedup that more hardware alone can never break through. The only way past that ceiling is to reduce S itself.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“Just Add More Cores” Eventually Stops Working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tempting to assume doubling the cores roughly doubles performance.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shows that assumption breaks down fast once any serial portion exists at all — the worked example gained only another 0.29× speedup going from 4 cores all the way to infinity. Identifying and shrinking a program's serial fraction is usually a far more productive investment than buying more cores for a program that already has a significant one.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332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is a lightweight unit of execution inside a process, with its own program counter, registers, and stack, but sharing code, data, heap, and open files with every sibling thread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exist for responsiveness, resource sharing, economy, and scalability across multiple cores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give strong isolation at a heavier cost; threads are cheap and share memory directly, which removes the OS-enforced boundary that kept processes from corrupting each other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 multiple tasks making progress, possibly interleaved on one core; parallelism is multiple tasks executing at the literal same instant on multiple cores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Law, speedup ≤ 1 / (S + (1−S)/N), bounds the maximum possible speedup by the serial fraction S — a program that's 40% serial can never exceed a 2.5× speedup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930384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2026-10-02T01:19:10Z</dcterms:created>
  <dcterms:modified xsi:type="dcterms:W3CDTF">2026-10-02T01:19:10Z</dcterms:modified>
</cp:coreProperties>
</file>
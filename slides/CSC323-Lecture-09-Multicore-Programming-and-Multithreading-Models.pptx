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78608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Programming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Models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708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73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challenges multicore hardware introduces for programmers, beyond single-core concurrency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threads vs. kernel threads, and why the relationship between them matters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multithreading models — many-to-one, one-to-one, and many-to-many — and their tradeoffs</a:t>
            </a:r>
            <a:endParaRPr lang="en-US" sz="17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Pthreads, Windows threads, and Java threads fit into that picture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Interleaving to True Parallelism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single-core system running multiple threads only ever interleaves them — one core switching between threads so fast it looks simultaneous. A multicore system breaks that assumption: with N cores, up to N threads can execute truly at the same instant.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9864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are interleaved. At any instant, exactly one instruction from exactly one thread executes. Simultaneity is an illusion created by fast switching.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3008" y="269748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289864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347472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genuinely run at the same instant. With N cores, up to N threads make independent forward progress at the same moment in real time.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74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cores only pay off if the programmer’s code is structured to take advantage of them — restructuring sequential logic into concurrent logic raises five distinct problems.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Multicore Programming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11535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28016" cy="7680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3990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tasks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3990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pieces of the program that can genuinely run independently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0911535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21992"/>
            <a:ext cx="128016" cy="7680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29514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295144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each core roughly equal-value work, so none sits idle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18104"/>
            <a:ext cx="10911535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18104"/>
            <a:ext cx="128016" cy="7680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19125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191256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the data a task operates on into safely divisible pieces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14216"/>
            <a:ext cx="10911535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14216"/>
            <a:ext cx="128016" cy="7680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0873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087368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task’s output feeds another’s input — a hard limit on parallel speedup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10328"/>
            <a:ext cx="10911535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910328"/>
            <a:ext cx="128016" cy="7680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9834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983480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simultaneous execution multiplies possible interleavings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Tasks &amp; 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1860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318608" cy="45720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399032"/>
            <a:ext cx="491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Tasks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47672"/>
            <a:ext cx="491627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Architectural, not algorithmic: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pieces of work that don’t depend on one another’s results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split: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10,000 independent image files — image #342 has nothing to do with image #7,891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split: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total read line-by-line, where each step needs the previous step’s 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3008" y="1325880"/>
            <a:ext cx="531860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3008" y="1325880"/>
            <a:ext cx="5318608" cy="45720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34176" y="1399032"/>
            <a:ext cx="491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34176" y="1947672"/>
            <a:ext cx="491627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to find independent tasks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must be close to equal in size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10s task + three 1s tasks on four cores leaves three cores idle for 9 seconds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means dividing the value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work evenly, not just the count of tasks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 &amp; Data Dependency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1860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318608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399032"/>
            <a:ext cx="491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47672"/>
            <a:ext cx="491627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 task operates on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be divided safely alongside the tasks themselves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core a contiguous quarter of a large array — no two cores touch the same elements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core a pointer to the whole array and trust them not to collide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3008" y="1325880"/>
            <a:ext cx="5318608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3008" y="1325880"/>
            <a:ext cx="5318608" cy="45720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34176" y="1399032"/>
            <a:ext cx="491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Dependency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34176" y="1947672"/>
            <a:ext cx="491627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task’s output is another task’s input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step B cannot start until step A finishes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steps are serialized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however many idle cores are sitting around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points set a hard ceiling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speedup more cores can ever deliver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115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concurrency bugs are already hard to reproduce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depend on exactly when a context switch lands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parallelism multiplies this: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threads genuinely running at the same instant on different cores, the number of possible relative orderings explodes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tied to one rare ordering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might show up once in ten thousand runs on a developer’s machine, then corrupt production data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the formal synchronization tools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next unit introduces — “just be careful” does not scale to this many interleavings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10911535" cy="1737360"/>
          </a:xfrm>
          <a:prstGeom prst="roundRect">
            <a:avLst>
              <a:gd name="adj" fmla="val 3158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334256"/>
            <a:ext cx="10399471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cores are not a free performance upgrade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written as one long sequential chain of dependent steps runs no faster on a 16-core machine than on a 1-core machine. Identifying tasks, balancing them, and respecting data dependencies is work the programmer has to do — the hardware cannot discover parallelism that was never designed into the program.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Threads vs. Kernel Threads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schedules threads onto the CPU? The answer splits threads into two kinds that live at two different levels — and the mapping between them is exactly what a multithreading model defines.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8716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Thread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486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entirely by a thread library running in user space (e.g. Pthreads). The kernel doesn’t necessarily know these threads exist as separate entities at 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3008" y="228600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61608" y="248716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Thread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3063240"/>
            <a:ext cx="486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directly by the operating system kernel — the only thing that can actually schedule work onto a physical core.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46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user threads are what the programmer creates and kernel threads are what the hardware actually runs, there must be a mapping between the two. There are three such models.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 threads map onto a single kernel thread. The thread library does all scheduling of user threads in user space; the kernel sees the whole process as one schedulable entity.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09115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creation and context switching stay entirely in user space, with no kernel involvement — both are very fast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user thread makes a blocking system call, the single kernel thread blocks — the entire process stops, even threads with nothing to do with the call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one kernel thread, so the kernel can schedule at most one of this process’s threads at a time — no true parallelism, even with many idle cores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thread maps to its own, dedicated kernel thread.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parallelism — the kernel can schedule several of this process’s threads onto several cores at the same instant; one thread blocking on I/O never affects another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thread creation requires creating a corresponding kernel thread, which is comparatively expensive, and many implementations cap how many a process may create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911535" cy="1280160"/>
          </a:xfrm>
          <a:prstGeom prst="roundRect">
            <a:avLst>
              <a:gd name="adj" fmla="val 4286"/>
            </a:avLst>
          </a:prstGeom>
          <a:solidFill>
            <a:srgbClr val="E3FBF5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4334256"/>
            <a:ext cx="1039947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Linux and Windows actually use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overhead, the one-to-one model’s simplicity and guaranteed parallelism won out in practice — both Linux (via NPTL) and Windows map every user thread directly onto its own kernel thread.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 threads are multiplexed onto a smaller or equal number of kernel threads — not forced down to one, and not forced up to one-per-thread either.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0911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 many user threads as the problem calls for without one-to-one’s full kernel-thread cost, while the kernel still runs several threads in parallel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user thread blocks, the thread library can move a different ready user thread onto the now-free kernel thread — the process doesn’t stall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implementation complexity — the thread library and kernel scheduler must cooperate (e.g. Solaris scheduler activations) to decide which user thread rides which kernel thread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Multithreading Models, Compared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8B7F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1848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29970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 threads → 1 kernel thread. Cheapest to create/switch; one blocking call stalls everything; zero parallelism on multicore.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141732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7298" y="161848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7298" y="2194560"/>
            <a:ext cx="29970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thread → 1 kernel thread each. True parallelism; costlier creation; often a cap on thread count. Used by Linux and Windows.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141732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5917" y="161848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25917" y="2194560"/>
            <a:ext cx="299709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 threads → fewer-or-equal kernel threads. Best of both — but the most complex model to implement correctly.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72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to ask: “if one thread makes a blocking system call, what else stops?” and “if I have 8 idle cores, can this process actually use more than one at once?”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Side by Side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688336"/>
                <a:gridCol w="2688336"/>
                <a:gridCol w="26883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/ switch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(user space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(kernel involved every time)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Low-to-moderate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 on multicore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(bounded by kernel threads)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thread blocks on I/O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process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that thread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can migrate another thread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— needs library/kernel cooperation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Libraries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multithreading library is what a programmer actually calls to create and manage threads — and which model backs that library depends on the operating system underneath it.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9115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POSIX standard for thread creation and synchronization (pthread_create, pthread_join, mutexes/condition variables). Depending on the OS, Pthreads can sit on any of the three models — on Linux, it’s one-to-one.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threads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by design, matching Windows’ own one-to-one model directly; there is no separate user-level Windows thread.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threads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JVM, but not an independent fourth model — implemented using whatever threading model the host OS provides (Pthreads on Linux, native threads on Windows).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Pthreads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11535" cy="4937760"/>
          </a:xfrm>
          <a:prstGeom prst="roundRect">
            <a:avLst>
              <a:gd name="adj" fmla="val 926"/>
            </a:avLst>
          </a:prstGeom>
          <a:solidFill>
            <a:srgbClr val="1F2429"/>
          </a:solidFill>
          <a:ln w="12700">
            <a:solidFill>
              <a:srgbClr val="343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103628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&lt;pthread.h&gt;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*print_hello(void *arg)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id = (long) arg;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 from thread %ld\n", id);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pthread_t threads[4];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(long i = 0; i &lt; 4; i++)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pthread_create(&amp;threads[i], NULL, print_hello, (void *) i);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4; i++)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pthread_join(threads[i], NULL);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Example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pthread_create() </a:t>
            </a:r>
            <a:pPr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new thread running print_hello, passing it one argument — called once per thread, four times in the loop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pthread_join() </a:t>
            </a:r>
            <a:pPr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calling thread until the specified thread finishes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pthread_join(), </a:t>
            </a:r>
            <a:pPr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could reach return 0 and tear the process down before the four threads ever got to print anything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create-then-join shape</a:t>
            </a:r>
            <a:pPr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one every C thread program shares: spawn work, then wait for it to finish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hardware turns threads from an interleaving illusion into genuine simultaneous execution — which only pays off if tasks are identified, balanced, and their data dependencies respected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thread is managed by a thread library in user space; a kernel thread is scheduled directly by the OS — the multithreading model is the mapping between them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is cheap but blocks entirely on one thread’s call and gets no multicore parallelism; one-to-one (Linux, Windows) gets full parallelism at a higher creation cost; many-to-many tries for both, at the price of real complexity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Pthreads, Windows threads, and Java threads are libraries, not models — each inherits its scheduling behavior from whichever model the underlying OS implements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 genuinely parallel code is fundamentally harder, which motivates the formal synchronization tools covered starting in Lecture 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494215" y="64465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2026-10-02T01:14:47Z</dcterms:created>
  <dcterms:modified xsi:type="dcterms:W3CDTF">2026-10-02T01:14:47Z</dcterms:modified>
</cp:coreProperties>
</file>
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78608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Algorithms: SJF,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SRTF, and Round Robin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708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731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Shortest-Job-First (SJF): why it’s provably optimal, and the catch that keeps it from being used exactly as described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Shortest-Remaining-Time-First (SRTF): SJF’s preemptive version, with a worked example showing a preemption actually happen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Robin: fair time-slicing, worked through multiple rounds, and how the time quantum’s size changes everything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scheduling, the starvation problem it creates, and aging as the fix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priority scheduling and Round Robin compare — and why real schedulers usually need both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Shortest-Job-First (SJF)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schedules whichever ready process has the shortest next CPU burst. Like FCFS, it is normally non-preemptive: once a process starts running, it keeps the CPU until it finishes — but every time the CPU becomes free, the scheduler picks the shortest burst among whoever is ready at that moment.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10911535" cy="1645920"/>
          </a:xfrm>
          <a:prstGeom prst="roundRect">
            <a:avLst>
              <a:gd name="adj" fmla="val 3333"/>
            </a:avLst>
          </a:prstGeom>
          <a:solidFill>
            <a:srgbClr val="E3FBF5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3145536"/>
            <a:ext cx="10399471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is provably optimal for minimizing average waiting time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non-preemptive algorithms, for a fixed, known set of CPU burst lengths, SJF gives the minimum possible average waiting time. Running a short job before a long one shortens the wait of everything behind the long job by the long job’s entire length, while only lengthening the long job’s own wait by the short job’s length.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463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non-preemptive scheduling algorithms, SJF’s average waiting time cannot be beaten for a fixed, known set of burst lengths.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SJF Needs the Future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needs to know each process’s next CPU burst length before running it — and in general, the OS cannot know that in advance. The practical fix is to estimate the next burst from the lengths of a process’s previous bursts, most commonly using exponential averaging: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645920" y="2880360"/>
            <a:ext cx="88971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2880360"/>
            <a:ext cx="8897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τ(n+1) = α · t(n) + (1 − α) · τ(n)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t(n) is the process’s actual, just-measured n-th burst length, τ(n) was the previous estimate, and α (between 0 and 1) controls how heavily the most recent burst is weighted against the accumulated history.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94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"SJF" almost always means "scheduling by estimated next burst," not by some impossible perfect knowledge of the future.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Non-Preemptive SJF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554480"/>
          <a:ext cx="5577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74520"/>
                <a:gridCol w="1874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023360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t=0, only P1 has arrived — the scheduler runs it for its full burst of 7, finishing at t=7. By t=7, P2, P3, and P4 have all arrived; shortest is P3 (burst 1), so it runs next. At t=8, P2 and P4 are tied at burst 4 — ties break by earlier arrival, so P2 (arrived t=2) runs before P4 (arrived t=5).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Chart: Non-Preemptive SJF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Shortest-burst-first among ready processes at each decision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4773797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743200"/>
            <a:ext cx="477379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13877" y="2743200"/>
            <a:ext cx="681971" cy="777240"/>
          </a:xfrm>
          <a:prstGeom prst="rect">
            <a:avLst/>
          </a:prstGeom>
          <a:solidFill>
            <a:srgbClr val="8B7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13877" y="2743200"/>
            <a:ext cx="681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5848" y="2743200"/>
            <a:ext cx="2727884" cy="77724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5848" y="2743200"/>
            <a:ext cx="27278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23731" y="2743200"/>
            <a:ext cx="2727884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23731" y="2743200"/>
            <a:ext cx="27278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13877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837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5848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75808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731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691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551615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231575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89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order: P1 (0→7), P3 (7→8), P2 (8→12), P4 (12→16).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SJF: Waiting and Turnaround Times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1558791"/>
                <a:gridCol w="1558791"/>
                <a:gridCol w="1558791"/>
                <a:gridCol w="1558791"/>
                <a:gridCol w="1558791"/>
                <a:gridCol w="1558791"/>
                <a:gridCol w="155879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7−4=3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8−4=4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8−2=6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12−2=10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12−5=7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16−5=11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33756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E3FBF5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346557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= (0 + 3 + 6 + 7) / 4 = 16 / 4 = 4          Average turnaround time = (7 + 4 + 10 + 11) / 4 = 32 / 4 = 8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8056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waiting time of 4 is exactly the payoff SJF’s optimality promises — but P4 still waits 7 units purely because it tied with P2 and lost the tiebreak; even an optimal average can still treat one specific process worse than another.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Shortest-Remaining-Time-First (SRTF)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 is SJF’s preemptive cousin: instead of committing to a process once it starts, the scheduler re-evaluates every time a new process arrives.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new arrival’s burst is shorter than the remaining time of whichever process is currently running, the running process is preempted immediately and the new, shorter process takes over.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10911535" cy="1463040"/>
          </a:xfrm>
          <a:prstGeom prst="roundRect">
            <a:avLst>
              <a:gd name="adj" fmla="val 3750"/>
            </a:avLst>
          </a:prstGeom>
          <a:solidFill>
            <a:srgbClr val="EFEBFC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94176"/>
            <a:ext cx="1039947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 is what "SJF" means whenever preemption is allowed — the non-preemptive version only ever had the chance to choose shortest-first at the moments the CPU happened to be free already; SRTF can act on that information the instant it becomes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SJF and SRTF on the Same Workload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preemption actually happen, run a new process set through both non-preemptive SJF and SRTF side by side.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2194560"/>
          <a:ext cx="5577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74520"/>
                <a:gridCol w="1874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 SJF (No Preemption Possible)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runs to completion regardless of what arrives later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57395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33573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97475" y="2377440"/>
            <a:ext cx="1678698" cy="777240"/>
          </a:xfrm>
          <a:prstGeom prst="rect">
            <a:avLst/>
          </a:prstGeom>
          <a:solidFill>
            <a:srgbClr val="8B7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7475" y="2377440"/>
            <a:ext cx="1678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76173" y="2377440"/>
            <a:ext cx="2098372" cy="77724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76173" y="2377440"/>
            <a:ext cx="2098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4545" y="2377440"/>
            <a:ext cx="3777070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4545" y="2377440"/>
            <a:ext cx="37770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97475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77435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76173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56133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4545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4505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551615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231575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11535" cy="914400"/>
        </p:xfrm>
        <a:graphic>
          <a:graphicData uri="http://schemas.openxmlformats.org/drawingml/2006/table">
            <a:tbl>
              <a:tblPr/>
              <a:tblGrid>
                <a:gridCol w="1558791"/>
                <a:gridCol w="1558791"/>
                <a:gridCol w="1558791"/>
                <a:gridCol w="1558791"/>
                <a:gridCol w="1558791"/>
                <a:gridCol w="1558791"/>
                <a:gridCol w="155879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(SJF) = (0 + 7 + 9 + 15) / 4 = 31 / 4 = 7.75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SRTF: P1 Is Preempted by P2 at t=1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t=1, P2’s burst (4) &lt; P1’s remaining time (8−1=7) — P2 preempts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19674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453" y="20665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9917" y="2322576"/>
            <a:ext cx="0" cy="54864"/>
          </a:xfrm>
          <a:prstGeom prst="line">
            <a:avLst/>
          </a:prstGeom>
          <a:noFill/>
          <a:ln w="12700">
            <a:solidFill>
              <a:srgbClr val="1F24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9754" y="2377440"/>
            <a:ext cx="1678698" cy="777240"/>
          </a:xfrm>
          <a:prstGeom prst="rect">
            <a:avLst/>
          </a:prstGeom>
          <a:solidFill>
            <a:srgbClr val="8B7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9754" y="2377440"/>
            <a:ext cx="1678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38452" y="2377440"/>
            <a:ext cx="2098372" cy="77724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38452" y="2377440"/>
            <a:ext cx="2098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36824" y="2377440"/>
            <a:ext cx="2937721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36824" y="2377440"/>
            <a:ext cx="29377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4545" y="2377440"/>
            <a:ext cx="3777070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4545" y="2377440"/>
            <a:ext cx="37770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9754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9714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38452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18412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36824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16784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4545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4505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551615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231575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11535" cy="914400"/>
        </p:xfrm>
        <a:graphic>
          <a:graphicData uri="http://schemas.openxmlformats.org/drawingml/2006/table">
            <a:tbl>
              <a:tblPr/>
              <a:tblGrid>
                <a:gridCol w="1818589"/>
                <a:gridCol w="1818589"/>
                <a:gridCol w="1818589"/>
                <a:gridCol w="1818589"/>
                <a:gridCol w="1818589"/>
                <a:gridCol w="1818589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17−8=9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4−4=0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7−5=2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24−9=15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(SRTF) = (9 + 0 + 2 + 15) / 4 = 26 / 4 = 6.5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 Beats SJF on the Identical Workload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8B7F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 SJF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86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= 7.75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runs to completion once started — P2’s short burst waits behind P1’s full remaining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61608" y="166420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2240280"/>
            <a:ext cx="486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= 6.5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preemption at t=1 lets P2 finish almost immediately instead of waiting behind P1’s remaining 7 units.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911535" cy="1463040"/>
          </a:xfrm>
          <a:prstGeom prst="roundRect">
            <a:avLst>
              <a:gd name="adj" fmla="val 3750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242816"/>
            <a:ext cx="1039947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SRTF’s average waiting time is always less than or equal to non-preemptive SJF’s, for the same arrival/burst data, because SRTF can always act on information the moment it arrives, while non-preemptive SJF can only act on it the next time the CPU happens to be free.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(RR)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abandons "shortest first" entirely in favor of fairness: every process in the ready queue gets a fixed-length turn, called a time quantum (commonly 10–100 ms in real systems).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process hasn’t finished by the end of its quantum, it’s preempted and sent to the back of the ready queue to wait for its next turn.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E3FBF5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877056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can be skipped indefinitely, no matter how long other processes’ bursts are — the opposite failure mode from FCFS’s convoy effect.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Round Robin, Quantum = 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processes, all arriving at t=0. Each process runs for min(remaining, 4), then — if anything remains — goes to the back of the queue.</a:t>
            </a:r>
            <a:endParaRPr lang="en-US" sz="16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2377440"/>
          <a:ext cx="48463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846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queue starts as [P1, P2, P3].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Round Robin, Round by Round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t=0: run P1 for min(10,4)=4. Remainder 6. Queue: [P2, P3, P1].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t=4: run P2 for min(5,4)=4. Remainder 1. Queue: [P3, P1, P2].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t=8: run P3 for min(8,4)=4. Remainder 4. Queue: [P1, P2, P3].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t=12: run P1 for min(6,4)=4. Remainder 2. Queue: [P2, P3, P1].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t=16: run P2 for min(1,4)=1. Remainder 0 — P2 completes at t=17.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t=17: run P3 for min(4,4)=4. Remainder 0 — P3 completes at t=21.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t=21: run P1 for min(2,4)=2. Remainder 0 — P1 completes at t=23.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Chart: Round Robin, Three Rounds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= 4; a process returns to the back of the queue if work remains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897658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743200"/>
            <a:ext cx="1897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37738" y="2743200"/>
            <a:ext cx="1897658" cy="777240"/>
          </a:xfrm>
          <a:prstGeom prst="rect">
            <a:avLst/>
          </a:prstGeom>
          <a:solidFill>
            <a:srgbClr val="8B7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37738" y="2743200"/>
            <a:ext cx="1897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5397" y="2743200"/>
            <a:ext cx="1897658" cy="77724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5397" y="2743200"/>
            <a:ext cx="1897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33055" y="2743200"/>
            <a:ext cx="1897658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3055" y="2743200"/>
            <a:ext cx="1897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30713" y="2743200"/>
            <a:ext cx="474415" cy="777240"/>
          </a:xfrm>
          <a:prstGeom prst="rect">
            <a:avLst/>
          </a:prstGeom>
          <a:solidFill>
            <a:srgbClr val="8B7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4456" y="24323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67920" y="2688336"/>
            <a:ext cx="0" cy="54864"/>
          </a:xfrm>
          <a:prstGeom prst="line">
            <a:avLst/>
          </a:prstGeom>
          <a:noFill/>
          <a:ln w="12700">
            <a:solidFill>
              <a:srgbClr val="1F24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5128" y="2743200"/>
            <a:ext cx="1897658" cy="77724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05128" y="2743200"/>
            <a:ext cx="1897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02786" y="2743200"/>
            <a:ext cx="948829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02786" y="2743200"/>
            <a:ext cx="9488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37738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17698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5397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5357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33055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13015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30713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10673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05128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85088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602786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82746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551615" y="352044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231575" y="3593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got CPU time within the first 12 units despite P1’s long 10-unit total burst — exactly the fairness guarantee FCFS couldn’t offer.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Robin: Waiting and Turnaround Times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554480"/>
          <a:ext cx="832104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23−10=13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17−5=12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21−8=13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20040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E3FBF5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332841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= (13 + 12 + 13) / 3 = 38 / 3 ≈ 12.67          Average turnaround time = (23 + 17 + 21) / 3 = 61 / 3 ≈ 20.33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Time Quantum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1848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86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degenerates toward FCFS — if the quantum exceeds every process’s burst length, each process finishes in a single turn and the convoy effect reappears.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3008" y="141732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61608" y="161848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2194560"/>
            <a:ext cx="486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overhead of constant context switching (dispatch latency, paid on every preemption) starts to dominate — the CPU spends more time switching than running.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911535" cy="1737360"/>
          </a:xfrm>
          <a:prstGeom prst="roundRect">
            <a:avLst>
              <a:gd name="adj" fmla="val 3158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242816"/>
            <a:ext cx="10399471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rule of thumb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well-chosen quantum should be large enough that roughly 80% of CPU bursts are shorter than it — most processes then finish in a single turn (behaving almost like SJF for the common case), while the rare long process is still kept from monopolizing the CPU for more than one quantum at a time.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assigns every process a priority number, and always runs the highest-priority ready process next — by convention, a smaller number means a higher priority.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E3FBF5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779776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is, in fact, a special case of priority scheduling where the priority is simply the (estimated) next CPU burst length — shorter burst, higher priority.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Priority Scheduling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processes, all arriving at t=0 (lower number = higher priority).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60020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0233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order follows priority directly: P2 (1), then P4 (2), then P1 (3), then P3 (4).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Chart: Priority Scheduling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number = higher priority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273461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3273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13541" y="2377440"/>
            <a:ext cx="1091154" cy="777240"/>
          </a:xfrm>
          <a:prstGeom prst="rect">
            <a:avLst/>
          </a:prstGeom>
          <a:solidFill>
            <a:srgbClr val="8B7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13541" y="2377440"/>
            <a:ext cx="10911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4694" y="2377440"/>
            <a:ext cx="4364614" cy="77724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04694" y="2377440"/>
            <a:ext cx="43646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69308" y="2377440"/>
            <a:ext cx="2182307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69308" y="2377440"/>
            <a:ext cx="218230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13541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93501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04694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84654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69308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49268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551615" y="3154680"/>
            <a:ext cx="0" cy="91440"/>
          </a:xfrm>
          <a:prstGeom prst="line">
            <a:avLst/>
          </a:prstGeom>
          <a:noFill/>
          <a:ln w="12700">
            <a:solidFill>
              <a:srgbClr val="8A939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231575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4114800"/>
          <a:ext cx="832104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= (0 + 3 + 4 + 8) / 4 = 15 / 4 = 3.75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last priority — waits 8 full time units despite having been ready since t=0, purely because three higher-priority processes kept cutting ahead of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0911535" cy="1920240"/>
          </a:xfrm>
          <a:prstGeom prst="roundRect">
            <a:avLst>
              <a:gd name="adj" fmla="val 2857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779776"/>
            <a:ext cx="10399471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low-priority process can wait forever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imagine a steady stream of new high-priority processes continuing to arrive: P3 could in principle wait forever, never once being the highest-priority ready process at the moment the CPU frees up. This is starvation — a direct consequence of priority scheduling having no built-in guarantee that a low-priority process’s wait is ever bounded, unlike FCFS or Round Robin.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Aging: The Fix for Starvation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is the standard fix: periodically increase the priority of every process that has been waiting, the longer it waits.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0911535" cy="1463040"/>
          </a:xfrm>
          <a:prstGeom prst="roundRect">
            <a:avLst>
              <a:gd name="adj" fmla="val 3750"/>
            </a:avLst>
          </a:prstGeom>
          <a:solidFill>
            <a:srgbClr val="E3FBF5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779776"/>
            <a:ext cx="1039947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Eventually, even P3’s priority climbs high enough that it becomes the highest-priority ready process and finally runs — aging guarantees that every process’s effective priority eventually catches up, turning an unbounded wait into a bounded one.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vs. Round Robin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840480"/>
                <a:gridCol w="38679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Scheduling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Respects importance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an urgent process runs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every process is treated identically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without 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the queue always moves forward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extra machinery to be safe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5720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operating systems don’t choose one or the other; they combine both ideas — priority between groups of processes, Round Robin fairness within a group — exactly the multilevel queue structure Lecture 12 introduces next.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provably minimizes average waiting time among non-preemptive algorithms, but needs burst lengths it can only estimate, typically via exponential averaging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SRTF, SJF’s preemptive version, can act on a shorter arrival immediately — preempting P1 for P2 at t=1 dropped average waiting time from 7.75 (SJF) to 6.5 (SRTF) on the identical workload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guarantees fairness through a fixed time quantum; too large a quantum degenerates toward FCFS, too small lets context-switch overhead dominate — the 80%-of-bursts rule balances the two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can starve low-priority processes indefinitely; aging guarantees every process’s wait is eventually bounded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respects importance but risks starvation; Round Robin is fair but blind to importance — real schedulers combine both, which is where Lecture 12 picks 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2026-10-02T04:39:30Z</dcterms:created>
  <dcterms:modified xsi:type="dcterms:W3CDTF">2026-10-02T04:39:30Z</dcterms:modified>
</cp:coreProperties>
</file>
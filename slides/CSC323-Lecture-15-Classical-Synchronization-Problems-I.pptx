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7926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06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Synchronization Problems 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–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bounded-buffer problem's setup, and why it needs three separate semaphores rather than one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producer and consumer pseudocode, built from wait()/signal()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order of acquiring semaphores is not a stylistic choice — getting it backward deadlocks the system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readers-writers problem's setup, and the “first” readers-writers variant's reader-preference behavior (and the starvation it risks)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semaphore-based solution, using a protected read_count alongside a rw_mutex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Bounded-Buffer (Producer-Consumer)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buffer holds up to N items. One or more producer processes generate items and insert them; one or more consumer processes remove items and use them.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producer must not insert into a buffer that is already full.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must not remove from a buffer that is already empty.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processes manipulating the buffer's internal bookkeeping at the same instant can corrupt it — exactly Lecture 13's race condition, now with a circular buffer's index.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Semaphores, Three Separate Jobs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53384" cy="2926080"/>
          </a:xfrm>
          <a:prstGeom prst="roundRect">
            <a:avLst>
              <a:gd name="adj" fmla="val 3125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212848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96896"/>
            <a:ext cx="305104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semaphore, init N — counts free slots.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7784" y="2011680"/>
            <a:ext cx="3453384" cy="2926080"/>
          </a:xfrm>
          <a:prstGeom prst="roundRect">
            <a:avLst>
              <a:gd name="adj" fmla="val 3125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68952" y="2212848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8952" y="2596896"/>
            <a:ext cx="305104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semaphore, init 0 — counts filled slots.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5488" y="2011680"/>
            <a:ext cx="3453384" cy="2926080"/>
          </a:xfrm>
          <a:prstGeom prst="roundRect">
            <a:avLst>
              <a:gd name="adj" fmla="val 3125"/>
            </a:avLst>
          </a:prstGeom>
          <a:solidFill>
            <a:srgbClr val="FF8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96656" y="2212848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96656" y="2596896"/>
            <a:ext cx="305104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semaphore, init 1 — protects the buffer index itself.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AND CONSUMER PSEUDOCODE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4201160"/>
          </a:xfrm>
          <a:prstGeom prst="roundRect">
            <a:avLst>
              <a:gd name="adj" fmla="val 1741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78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 empty = N;   /* free slots       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 full  = 0;   /* filled slots     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 mutex = 1;   /* buffer index lock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Producer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produce an item into next_produced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wait(empty);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wait(mutex);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add next_produced to the buffer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signal(mutex);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signal(full);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(true);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AND CONSUMER PSEUDOCODE (CONTINUED)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Consumer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3246120"/>
          </a:xfrm>
          <a:prstGeom prst="roundRect">
            <a:avLst>
              <a:gd name="adj" fmla="val 2254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Consumer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wait(full);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wait(mutex);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remove an item from the buffer into next_consumed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signal(mutex);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signal(empty);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consume the item in next_consumed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(true);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Order Matters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waits on the counting semaphore first (empty for the producer, full for the consumer) and only then acquires mutex to touch the buffer's shared index.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out, it releases mutex first and signals the counting semaphore second.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counting semaphore is never acquired while holding mutex — this ordering is what keeps the system deadlock-free.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SWAP THE ORDER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2697480"/>
          </a:xfrm>
          <a:prstGeom prst="roundRect">
            <a:avLst>
              <a:gd name="adj" fmla="val 2712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WRONG order */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wait(mutex);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wait(empty);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add item */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signal(empty);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signal(mutex);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Order and the System Deadlocks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4480560"/>
          </a:xfrm>
          <a:prstGeom prst="roundRect">
            <a:avLst>
              <a:gd name="adj" fmla="val 1633"/>
            </a:avLst>
          </a:prstGeom>
          <a:solidFill>
            <a:srgbClr val="FBE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7276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7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ORDER AND THE SYSTEM DEADLOCKS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01952"/>
            <a:ext cx="1039672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buffer is completely full (empty == 0). The producer acquires mutex successfully, then calls wait(empty) — which blocks, because there are no free slots. Critically, the producer is now blocked while still holding mutex.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consumer, which needs mutex to remove an item and eventually call signal(empty), can never acquire it — mutex is held by a process that is never going to release it.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processes wait forever, each for something only the other could have provided. This is a deadlock, caused entirely by acquiring the two semaphores in the wrong order.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Hand-Tracing the Correct Version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buffer is full, the producer blocks on wait(empty) without mutex; the consumer can freely acquire mutex, remove an item, release mutex, and call signal(empty), which wakes the waiting producer.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symmetric case (empty buffer, consumer blocked on wait(full)) resolves the same way.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process is ever stuck holding mutex while waiting on a counting semaphore that only the other process can signal.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Readers-Writers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data object — a file, a database record, an in-memory table — is accessed by two kinds of processes.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only read the data and never modify it; writers modify it (and may read it too).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readers may safely access the object simultaneously, since reading in parallel causes no conflict between them.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writer, however, needs exclusive access: no other reader or writer may touch the object while a writer is writing.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 for Readers, Exclusive for a Writer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17236" cy="2743200"/>
          </a:xfrm>
          <a:prstGeom prst="roundRect">
            <a:avLst>
              <a:gd name="adj" fmla="val 3333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304288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(any number)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88336"/>
            <a:ext cx="49149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all access the shared data at the same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2103120"/>
            <a:ext cx="5317236" cy="2743200"/>
          </a:xfrm>
          <a:prstGeom prst="roundRect">
            <a:avLst>
              <a:gd name="adj" fmla="val 3333"/>
            </a:avLst>
          </a:prstGeom>
          <a:solidFill>
            <a:srgbClr val="FF8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32804" y="2304288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(at most one)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32804" y="2688336"/>
            <a:ext cx="49149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shared data completely to itself — no readers, no other writers.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“First” Readers-Writers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the first readers-writers problem: no reader should be kept waiting unless a writer has already obtained permission to use the shared object.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are given priority — as long as at least one reader is active, every newly arriving reader is let in immediately, even if a writer is already waiting its turn.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0908792" cy="2286000"/>
          </a:xfrm>
          <a:prstGeom prst="roundRect">
            <a:avLst>
              <a:gd name="adj" fmla="val 3200"/>
            </a:avLst>
          </a:prstGeom>
          <a:solidFill>
            <a:srgbClr val="E9E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95020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PREFERENCE VS. WRITER PREFERENCE — A TRADEOFF, NOT A BUG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279392"/>
            <a:ext cx="103967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variant flips the priority: once a writer is waiting, no new reader is allowed to start, so writers are never starved. Neither variant is universally “correct” — each protects one class of process at the cost of risking starvation for the other.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SEMAPHORE-BASED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Writer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3550920"/>
          </a:xfrm>
          <a:prstGeom prst="roundRect">
            <a:avLst>
              <a:gd name="adj" fmla="val 2060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read_count = 0;       /* readers currently reading  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 mutex   = 1;    /* protects read_count itself 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 rw_mutex = 1;   /* exclusive access for a writer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Writer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wait(rw_mutex);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writing is performed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signal(rw_mutex);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(true);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SEMAPHORE-BASED SOLUTION (CONTINUED)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3672840"/>
          </a:xfrm>
          <a:prstGeom prst="roundRect">
            <a:avLst>
              <a:gd name="adj" fmla="val 1992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26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Reader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wait(mutex);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read_count++;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(read_count == 1) { wait(rw_mutex); } /* first reader locks out writers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signal(mutex);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reading is performed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wait(mutex);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read_count--;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(read_count == 0) { signal(rw_mutex); } /* last reader lets a writer in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signal(mutex);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(true);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In, Only the Last Out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read_count is itself shared data, incremented and decremented by potentially many readers concurrently, so it needs its own protection — mutex — or updating it would reproduce Lecture 13's race condition.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reader to arrive (the one that pushes read_count from 0 to 1) actually acquires rw_mutex, locking out writers on behalf of every reader that follows.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subsequent concurrent reader simply increments read_count and goes straight to reading — it never touches rw_mutex at all, which is exactly what allows all of them to read genuinely in parallel.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Symmetrically, only the last reader to leave (the one that brings read_count back to 0) releases rw_mutex, re-opening the door for a waiting writer.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bounded-buffer problem needs three semaphores doing three separate jobs: empty and full (counting semaphores tracking free and filled slots) and mutex (protecting the shared buffer index).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a counting semaphore (empty/full) must always be acquired before mutex, never after — reversing the order lets a blocked process hold mutex forever, deadlocking the system.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readers-writers problem gives priority to readers: a reader only ever waits if a writer already has the data, which can starve a writer under a steady stream of readers.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semaphore solution protects read_count with its own mutex, and uses rw_mutex as the single lock that only the first arriving reader acquires and only the last departing reader releases.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2026-10-02T04:40:47Z</dcterms:created>
  <dcterms:modified xsi:type="dcterms:W3CDTF">2026-10-02T04:40:47Z</dcterms:modified>
</cp:coreProperties>
</file>
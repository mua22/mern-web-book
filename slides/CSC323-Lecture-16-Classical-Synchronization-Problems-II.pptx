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7926"/>
            <a:ext cx="10506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5064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Synchronization Problems II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10506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CSC323 – Operating Systems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754880"/>
            <a:ext cx="10506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950501" y="64565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0501" y="64565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332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Dining Philosophers Problem's setup, and what it's really a model of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naive solution, and a precise trace of exactly how it can deadlock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asymmetric fix that breaks the circular-wait pattern without any extra bookkeeping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monitor-based solution — state[] and test() — and why it expresses the problem's real constraint more cleanly than raw semaphores can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case study: Windows dispatcher objects and WaitForSingleObject(), and Linux futexes and pthreads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Dining Philosophers Problem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0501" y="64565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4663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philosophers sit at a circular table. Between each adjacent pair sits exactly one fork, for five forks total.</a:t>
            </a:r>
            <a:endParaRPr lang="en-US" sz="14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philosopher alternates between thinking (needs nothing) and eating (needs both adjacent forks, picked up one at a time).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920240"/>
            <a:ext cx="3657600" cy="3657600"/>
          </a:xfrm>
          <a:prstGeom prst="ellipse">
            <a:avLst/>
          </a:prstGeom>
          <a:ln w="12700">
            <a:solidFill>
              <a:srgbClr val="E1E4E8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8092440" y="3246120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1E4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92440" y="3246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rot="-4860000">
            <a:off x="7418717" y="2188038"/>
            <a:ext cx="310896" cy="310896"/>
          </a:xfrm>
          <a:prstGeom prst="rect">
            <a:avLst/>
          </a:prstGeom>
          <a:solidFill>
            <a:srgbClr val="FFFFFF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9845" y="218803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-540000">
            <a:off x="9461107" y="2188038"/>
            <a:ext cx="310896" cy="310896"/>
          </a:xfrm>
          <a:prstGeom prst="rect">
            <a:avLst/>
          </a:prstGeom>
          <a:solidFill>
            <a:srgbClr val="FFFFFF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42235" y="218803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rot="3780000">
            <a:off x="10092240" y="4130466"/>
            <a:ext cx="310896" cy="310896"/>
          </a:xfrm>
          <a:prstGeom prst="rect">
            <a:avLst/>
          </a:prstGeom>
          <a:solidFill>
            <a:srgbClr val="FFFFFF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973368" y="413046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rot="8100000">
            <a:off x="8439912" y="5330952"/>
            <a:ext cx="310896" cy="310896"/>
          </a:xfrm>
          <a:prstGeom prst="rect">
            <a:avLst/>
          </a:prstGeom>
          <a:solidFill>
            <a:srgbClr val="FFFFFF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533095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rot="12420000">
            <a:off x="6787584" y="4130466"/>
            <a:ext cx="310896" cy="310896"/>
          </a:xfrm>
          <a:prstGeom prst="rect">
            <a:avLst/>
          </a:prstGeom>
          <a:solidFill>
            <a:srgbClr val="FFFFFF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68712" y="413046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11312" y="1627632"/>
            <a:ext cx="768096" cy="76809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FE6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11312" y="16276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863640" y="2828118"/>
            <a:ext cx="768096" cy="76809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FE6C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63640" y="282811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232507" y="4770546"/>
            <a:ext cx="768096" cy="76809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FE6C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32507" y="477054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190117" y="4770546"/>
            <a:ext cx="768096" cy="76809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FE6C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90117" y="477054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58984" y="2828118"/>
            <a:ext cx="768096" cy="76809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FE6C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58984" y="282811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of Fixed Resources, Multiple Needed at Once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0501" y="64565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332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 is a clean model of a very general OS problem: several processes contending for a fixed pool of shared resources, where each process needs more than one resource at once to make progress.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fork could just as easily be a lock, a tape drive, or a memory buffer — the dining table is a dressed-up resource-allocation graph.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exactly why this problem belongs right before the Deadlocks unit.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NAIVE 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Up Left, Then Right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3855720"/>
          </a:xfrm>
          <a:prstGeom prst="roundRect">
            <a:avLst>
              <a:gd name="adj" fmla="val 1897"/>
            </a:avLst>
          </a:prstGeom>
          <a:solidFill>
            <a:srgbClr val="1E1E4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194560"/>
            <a:ext cx="10268712" cy="3444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semaphore fork[5] = {1, 1, 1, 1, 1};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Philosopher i */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wait(fork[i]);              /* pick up left fork  */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wait(fork[(i + 1) % 5]);    /* pick up right fork */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/* eat */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signal(fork[i]);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signal(fork[(i + 1) % 5]);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/* think */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(true);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50501" y="64565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Picking Up Their Left Fork at Once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0501" y="64565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0908792" cy="4846320"/>
          </a:xfrm>
          <a:prstGeom prst="roundRect">
            <a:avLst>
              <a:gd name="adj" fmla="val 1509"/>
            </a:avLst>
          </a:prstGeom>
          <a:solidFill>
            <a:srgbClr val="FBEF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1481328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97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PICKING UP THEIR LEFT FORK AT ONCE DEADLOCKS THE TABLE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810512"/>
            <a:ext cx="10396728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all five philosophers become hungry at roughly the same moment, and each executes wait(fork[i]) — picking up their left fork — before any reaches wait(fork[(i+1) % 5]).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fork is now held: philosopher i holds fork[i]. Every philosopher then tries to pick up their right fork — precisely the left fork of their neighbor, already held by that neighbor.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block forever on wait(): P0 waits on the fork held by P1, P1 waits on the fork held by P2, …, P4 waits on the fork held by P0 — a complete cycle.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textbook circular-wait deadlock, and circular wait is one of the four conditions the Deadlocks unit names as necessary for deadlock to occur at all.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1: BREAKING THE SYMMETRY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 Philosophers Reach Right First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3429000"/>
          </a:xfrm>
          <a:prstGeom prst="roundRect">
            <a:avLst>
              <a:gd name="adj" fmla="val 2133"/>
            </a:avLst>
          </a:prstGeom>
          <a:solidFill>
            <a:srgbClr val="1E1E4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194560"/>
            <a:ext cx="1026871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Philosopher i */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 % 2 == 0)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wait(fork[(i + 1) % 5]);   /* right first */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wait(fork[i]);             /* then left   */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wait(fork[i]);             /* left first  */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wait(fork[(i + 1) % 5]);   /* then right  */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950501" y="64565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1: BREAKING THE SYMMETRY (CONTINUED)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 Philosophers Reach Right First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2331720"/>
          </a:xfrm>
          <a:prstGeom prst="roundRect">
            <a:avLst>
              <a:gd name="adj" fmla="val 3137"/>
            </a:avLst>
          </a:prstGeom>
          <a:solidFill>
            <a:srgbClr val="1E1E4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194560"/>
            <a:ext cx="102687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/* eat */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signal(fork[i]);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signal(fork[(i + 1) % 5]);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/* think */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(true);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950501" y="64565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Reversing Half the Philosophers Works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0501" y="64565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332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deadlock depended on every philosopher reaching for forks in the same rotational direction, so each grabs exactly one fork and then blocks on the next — a perfect, symmetric cycle.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Reversing the order for half the philosophers destroys that symmetry: somewhere around the table, two adjacent philosophers now reach for the SAME fork as their first choice.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acquiring a fork is atomic, only one of those two can actually win it — the other comes away holding nothing at all.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philosopher holding nothing can never be a link in a circular-wait chain, which is exactly what breaks the cycle.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the Worst Case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0501" y="64565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332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and P1 both reach for fork[1] first — one wins it, the other blocks holding nothing; P2 and P3 both reach for fork[3] first — same resolution.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Whichever of P1/P3 wins its first fork goes on to acquire its second fork uncontested and eats; once it finishes and releases both forks, the philosophers it was blocking can proceed in turn.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philosopher eventually eats — no cycle of mutual, unresolvable waiting can form.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2: The Monitor's Solution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0501" y="64565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332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monitor can express the problem's real constraint — a philosopher may pick up its forks only if neither neighbor is currently eating — directly.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an explicit state for each philosopher and a helper procedure, test(), that checks both neighbors atomically.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MONITOR'S 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state[] and pickup()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3429000"/>
          </a:xfrm>
          <a:prstGeom prst="roundRect">
            <a:avLst>
              <a:gd name="adj" fmla="val 2133"/>
            </a:avLst>
          </a:prstGeom>
          <a:solidFill>
            <a:srgbClr val="1E1E4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194560"/>
            <a:ext cx="1026871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 DiningPhilosophers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enum {THINKING, HUNGRY, EATING} state[5];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condition self[5];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pickup(int i)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state[i] = HUNGRY;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test(i);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(state[i] != EATING) { self[i].wait(); 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950501" y="64565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MONITOR'S SOLUTION (CONTINUED)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putdown()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2331720"/>
          </a:xfrm>
          <a:prstGeom prst="roundRect">
            <a:avLst>
              <a:gd name="adj" fmla="val 3137"/>
            </a:avLst>
          </a:prstGeom>
          <a:solidFill>
            <a:srgbClr val="1E1E4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194560"/>
            <a:ext cx="102687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putdown(int i) {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state[i] = THINKING;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test((i + 4) % 5);   /* left neighbor  */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test((i + 1) % 5);   /* right neighbor */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950501" y="64565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MONITOR'S SOLUTION (CONTINUED)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test() — the Heart of the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4201160"/>
          </a:xfrm>
          <a:prstGeom prst="roundRect">
            <a:avLst>
              <a:gd name="adj" fmla="val 1741"/>
            </a:avLst>
          </a:prstGeom>
          <a:solidFill>
            <a:srgbClr val="1E1E4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194560"/>
            <a:ext cx="10268712" cy="3789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test(int i)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(state[(i + 4) % 5] != EATING &amp;&amp;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state[i]            == HUNGRY &amp;&amp;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state[(i + 1) % 5]  != EATING)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state[i] = EATING;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self[i].signal();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initialization_code()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i = 0; i &lt; 5; i++) { state[i] = THINKING; 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950501" y="64565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Monitor Earns Its Keep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0501" y="64565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08792" cy="4480560"/>
          </a:xfrm>
          <a:prstGeom prst="roundRect">
            <a:avLst>
              <a:gd name="adj" fmla="val 1633"/>
            </a:avLst>
          </a:prstGeom>
          <a:solidFill>
            <a:srgbClr val="E3FB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1572768"/>
            <a:ext cx="10396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2B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TEST(I) MOVES PHILOSOPHER I INTO EATING ONLY IF BOTH NEIGHBORS ARE NOT EATING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901952"/>
            <a:ext cx="10396728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check-and-update happens as one atomic step because the monitor itself guarantees mutual exclusion — no other philosopher's pickup(), putdown(), or test() can run concurrently and race against it.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philosopher i finishes and calls putdown(i), it re-checks both neighbors via test(), so a neighbor that was waiting because i was eating gets woken the instant it is safe.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pure-semaphore solution that is both deadlock-free and lets as many non-conflicting philosophers eat simultaneously as possible is notoriously fiddly to get right. The monitor expresses that exact rule in a few lines, bundling arbitrary state with an atomic check-and-act procedure — precisely what raw semaphores don't give you directly.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IN WINDOWS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Dispatcher Objects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2636520"/>
          </a:xfrm>
          <a:prstGeom prst="roundRect">
            <a:avLst>
              <a:gd name="adj" fmla="val 2775"/>
            </a:avLst>
          </a:prstGeom>
          <a:solidFill>
            <a:srgbClr val="1E1E4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194560"/>
            <a:ext cx="10268712" cy="222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 hMutex = CreateMutex(NULL, FALSE, NULL);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WaitForSingleObject(hMutex, INFINITE); /* blocks until signaled */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/* critical section */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ReleaseMutex(hMutex);                  /* signals hMutex again */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950501" y="64565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Abstraction Across Objects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0501" y="64565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332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exposes mutexes, semaphores, and events through a common abstraction called a dispatcher object. Every dispatcher object has a signaled or non-signaled state.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WaitForSingleObject() blocks the calling thread until the given object becomes signaled (a free mutex, a posted semaphore, a set event) or a timeout elapses.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WaitForMultipleObjects() extends this to wait on several dispatcher objects at once, either for any one or for all of them to become signaled.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Linux: Futexes and pthreads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0501" y="64565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332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Linux's key primitive is the futex (“fast userspace mutex”): acquiring an uncontended lock is handled entirely in user space, via a single atomic compare_and_swap-style instruction, with no system call at all.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kernel is only involved — through the futex() system call — when there is actual contention: when a thread genuinely needs to block or needs to wake a blocked thread.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pthreads mutexes, semaphores (sem_wait()/sem_post()), and condition variables (pthread_cond_wait()/pthread_cond_signal()) are the usual application-facing API on Linux, built on top of a futex.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Idea, Two Real Implementations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0501" y="64565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17236" cy="3291840"/>
          </a:xfrm>
          <a:prstGeom prst="roundRect">
            <a:avLst>
              <a:gd name="adj" fmla="val 2778"/>
            </a:avLst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1938528"/>
            <a:ext cx="4914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322576"/>
            <a:ext cx="491490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 objects (mutex, semaphore, event) + WaitForSingleObject() / WaitForMultipleObjects().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31636" y="1737360"/>
            <a:ext cx="5317236" cy="3291840"/>
          </a:xfrm>
          <a:prstGeom prst="roundRect">
            <a:avLst>
              <a:gd name="adj" fmla="val 2778"/>
            </a:avLst>
          </a:prstGeom>
          <a:solidFill>
            <a:srgbClr val="8B7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32804" y="1938528"/>
            <a:ext cx="4914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32804" y="2322576"/>
            <a:ext cx="491490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Futexes — user-space fast path, kernel only on contention — underneath pthread mutexes, semaphores, condition variables.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06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Dining Philosophers Problem models processes contending for a fixed pool of resources where each process needs more than one resource simultaneously.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naive “left fork, then right fork” solution can deadlock: if every philosopher grabs their left fork at once, a complete circular-wait cycle forms and none can ever get a second fork.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asymmetric fork-ordering fix breaks that symmetry with no extra state: two neighbors contest the same fork as their first choice, and the loser holds nothing — which a circular-wait cycle cannot form around.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monitor-based solution expresses the real constraint — eat only if neither neighbor is eating — directly, using a state[] array and an atomic test() procedure.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unifies synchronization objects under dispatcher objects and WaitForSingleObject(); Linux optimizes the common, uncontended case with futexes, trapping into the kernel only on real contention.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9950501" y="645657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2026-10-02T04:40:47Z</dcterms:created>
  <dcterms:modified xsi:type="dcterms:W3CDTF">2026-10-02T04:40:47Z</dcterms:modified>
</cp:coreProperties>
</file>
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Workshop: Scheduling and Synchronization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fully worked problems for exam practice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36192"/>
            <a:ext cx="1094811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applying two CPU scheduling algorithms to the same input and comparing results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tracing a software mutual-exclusion solution through a specific interleaving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diagnosing a semaphore ordering bug that causes deadlock, not just a wrong answer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why a many-to-one threading model cannot deliver parallelism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SJF and Round Robin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processes arrive at a single-CPU system as follows. Compute the Gantt chart, waiting time, and turnaround time for (a) non-preemptive SJF and (b) Round Robin with time quantum q = 4. Then compare the two results.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50592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65960"/>
                <a:gridCol w="1965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SOLUTION (A)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 SJF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3072384" cy="50292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21024" y="1673352"/>
            <a:ext cx="1536192" cy="50292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21024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57216" y="1673352"/>
            <a:ext cx="1920240" cy="50292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57216" y="1673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77456" y="1673352"/>
            <a:ext cx="3456432" cy="50292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67335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974336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94576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351008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791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8 − 0 =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8 − 8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12 − 1 =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11 − 4 =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17 − 3 =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14 − 5 =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26 − 2 =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24 − 9 =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4690872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4800600"/>
            <a:ext cx="1058235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= (0 + 7 + 9 + 15) / 4 = 7.75.   Average turnaround time = (8 + 11 + 14 + 24) / 4 = 14.25.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SOLUTION (B)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Robin, q = 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1536192" cy="50292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84832" y="1673352"/>
            <a:ext cx="1536192" cy="50292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21024" y="1673352"/>
            <a:ext cx="1536192" cy="50292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57216" y="1673352"/>
            <a:ext cx="1536192" cy="50292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93408" y="1673352"/>
            <a:ext cx="1536192" cy="50292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3408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673352"/>
            <a:ext cx="1536192" cy="50292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6733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65792" y="1673352"/>
            <a:ext cx="384048" cy="50292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65792" y="16733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49840" y="1673352"/>
            <a:ext cx="384048" cy="50292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6733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974336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351008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791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20 − 0 =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20 − 8 =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8 − 1 =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7 − 4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26 − 2 =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24 − 9 =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25 − 3 =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22 − 5 =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48640" y="4690872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1EEFC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4672" y="4800600"/>
            <a:ext cx="1058235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= 11.75, avg turnaround = 18.25. SJF wins on both averages, but RR gives every process its first CPU slice within one quantum — lower average wait and responsiveness are different goals.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Peterson's Solution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processes, P0 and P1, share flag[0], flag[1] (both initially false) and turn. Each process i (j = the other) runs the code below. Trace the interleaving and determine whether mutual exclusion holds.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11094415" cy="1473708"/>
          </a:xfrm>
          <a:prstGeom prst="roundRect">
            <a:avLst>
              <a:gd name="adj" fmla="val 3723"/>
            </a:avLst>
          </a:prstGeom>
          <a:solidFill>
            <a:srgbClr val="1F24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40864"/>
            <a:ext cx="10545775" cy="114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flag[i] = true;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= j;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(flag[j] &amp;&amp; turn == j) { /* busy-wait */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critical section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flag[i] = false;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32860"/>
            <a:ext cx="1094811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P0 executes flag[0] = true     2. P1 executes flag[1] = true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P0 executes turn = 1     4. P1 executes turn =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P0 evaluates its while condition     6. P1 evaluates its while condition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P0 enters/finishes critical section, executes flag[0] = false     8. P1 re-evaluates its while condition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SOLUTION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834640"/>
                <a:gridCol w="914400"/>
                <a:gridCol w="914400"/>
                <a:gridCol w="731520"/>
                <a:gridCol w="51480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flag[0]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P0: flag[0] 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declares intent to 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P1: flag[1] 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declares intent to 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P0: turn =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yields priority to 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P1: turn =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P1's write happens after P0's — turn ends up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checks flag[1] &amp;&amp; turn==1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turn==1 is false → P0 does not wait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checks flag[0] &amp;&amp; turn==0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true → P1 busy-waits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runs CS, then flag[0]=false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P0's turn in the CS is 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re-checks flag[0] &amp;&amp; turn==0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flag[0] false → P1 exits loop, 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28032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937760"/>
            <a:ext cx="105823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 holds. The decisive moment is step 4: only the last write to the shared variable turn survives — here, P1’s write of 0 — which is why P0 proceeds and P1 correctly waits.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Buggy Bounded Buffer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buffer of N slots is protected by three semaphores: mutex (binary, initially 1), empty (counting, initially N), full (counting, initially 0). Find the bug in the producer below, and explain why it causes deadlock.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1094415" cy="1792224"/>
          </a:xfrm>
          <a:prstGeom prst="roundRect">
            <a:avLst>
              <a:gd name="adj" fmla="val 3061"/>
            </a:avLst>
          </a:prstGeom>
          <a:solidFill>
            <a:srgbClr val="1F24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78024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Buggy producer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wait(empty);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add item to buffer 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signal(full);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signal(mutex);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SOLUTION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Order, and Why It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11094415" cy="1792224"/>
          </a:xfrm>
          <a:prstGeom prst="roundRect">
            <a:avLst>
              <a:gd name="adj" fmla="val 3061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00784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Corrected producer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wait(empty);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add item to buffer 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signal(mutex);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signal(full);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1129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is the order of the two wait() calls. If the buffer is full (empty == 0), the producer acquires mutex, then blocks on wait(empty) — while still holding mutex. The consumer needs mutex to remove an item and signal(empty), so it blocks too. Each process holds what the other needs: a genuine circular-wait deadlock, not just a race condition.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562856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F2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4672584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946904"/>
            <a:ext cx="105823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acquire a semaphore that might block indefinitely (empty, full) before the mutual-exclusion lock (mutex) another process needs to unblock you.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— CONCEPTUAL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Threading and Parallelism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many-to-one threading model cannot achieve parallelism on a multicore system, even with thousands of user-level threads.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39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library multiplexes every user-level thread onto exactly one kernel-level thread. The kernel only ever schedules that single entity, so no matter how many user threads exist, at most one core can be in use at any instant — the rest sit idle. This is also why one blocking system call freezes every thread in the process: the one kernel thread they all depend on is now blocked too.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867912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4050792"/>
            <a:ext cx="1920240" cy="594360"/>
          </a:xfrm>
          <a:prstGeom prst="line">
            <a:avLst/>
          </a:prstGeom>
          <a:noFill/>
          <a:ln w="1524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4325112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4507992"/>
            <a:ext cx="1920240" cy="137160"/>
          </a:xfrm>
          <a:prstGeom prst="line">
            <a:avLst/>
          </a:prstGeom>
          <a:noFill/>
          <a:ln w="1524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4782312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1280160" y="4645152"/>
            <a:ext cx="1920240" cy="320040"/>
          </a:xfrm>
          <a:prstGeom prst="line">
            <a:avLst/>
          </a:prstGeom>
          <a:noFill/>
          <a:ln w="1524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5239512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1280160" y="4645152"/>
            <a:ext cx="1920240" cy="777240"/>
          </a:xfrm>
          <a:prstGeom prst="line">
            <a:avLst/>
          </a:prstGeom>
          <a:noFill/>
          <a:ln w="1524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4370832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00400" y="43708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Thread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645152"/>
            <a:ext cx="1005840" cy="914"/>
          </a:xfrm>
          <a:prstGeom prst="line">
            <a:avLst/>
          </a:prstGeom>
          <a:noFill/>
          <a:ln w="1524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4370832"/>
            <a:ext cx="1005840" cy="5486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4370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4370832"/>
            <a:ext cx="1005840" cy="548640"/>
          </a:xfrm>
          <a:prstGeom prst="rect">
            <a:avLst/>
          </a:prstGeom>
          <a:solidFill>
            <a:srgbClr val="F0F2F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4370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4370832"/>
            <a:ext cx="1005840" cy="548640"/>
          </a:xfrm>
          <a:prstGeom prst="rect">
            <a:avLst/>
          </a:prstGeom>
          <a:solidFill>
            <a:srgbClr val="F0F2F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4370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55480" y="4370832"/>
            <a:ext cx="1005840" cy="548640"/>
          </a:xfrm>
          <a:prstGeom prst="rect">
            <a:avLst/>
          </a:prstGeom>
          <a:solidFill>
            <a:srgbClr val="F0F2F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55480" y="4370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475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Problems, Four Lessons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728216"/>
            <a:ext cx="105274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minimizes average waiting time; Round Robin maximizes fairness and responsiveness — neither property implies the other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79776"/>
            <a:ext cx="105274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Peterson's solution statement-by-statement is the reliable way to verify mutual exclusion — the shared turn variable's last writer decides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831336"/>
            <a:ext cx="105274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semaphore-ordering bug (mutex before empty/full) causes deadlock, because it lets a process sleep while still holding the lock its unblocker needs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882896"/>
            <a:ext cx="105274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many-to-one threading model's ceiling is fixed by the kernel's view: one schedulable entity means at most one core in use, regardless of thread count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 names the pattern from Problem 3 formally: a circular wait where each process holds something the other needs.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2026-10-02T04:43:24Z</dcterms:created>
  <dcterms:modified xsi:type="dcterms:W3CDTF">2026-10-02T04:43:24Z</dcterms:modified>
</cp:coreProperties>
</file>
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Detection, Recovery, and Case Study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CSC323 · Operating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wait-for graph from a Resource-Allocation Graph and detecting deadlock as a cycle, for the single-instance-per-resource-type case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multi-instance Detection Algorithm — Available, Allocation, and Request matrices — and how it mirrors the Banker's Algorithm's safety check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trade-off in when to run the detection algorithm: overhead vs. how long deadlocked processes sit stuck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by process termination — abort-all vs. abort-one-at-a-time, and the cost factors that decide which process to pick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by resource preemption — victim selection, rollback, and the starvation risk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how Windows handles synchronization without any system-wide deadlock detection at all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Detection and Recovery, Not Just Avoidance?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 and prevention work by refusing to let a dangerous state ever occur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and recovery let the system run freely — no extra bookkeeping on every resource request — and only pay a cost if and when a deadlock actually forms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trades a constant, guaranteed overhead (checking every request) for an occasional, larger one (periodically checking for cycles and cleaning up)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system where deadlocks are rare, that trade is often the right one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10789920" cy="1005840"/>
          </a:xfrm>
          <a:prstGeom prst="roundRect">
            <a:avLst>
              <a:gd name="adj" fmla="val 10909"/>
            </a:avLst>
          </a:prstGeom>
          <a:solidFill>
            <a:srgbClr val="FBEED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041648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approach assumes the OS allows unsafe states — </a:t>
            </a:r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system runs with no avoidance or prevention algorithm at all, unsafe states — and therefore deadlocks — are allowed to occur. Detection and recovery exist specifically for that situation.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Instance: From RAG to Wait-For Graph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wait-for graph removes the resource nodes from a Resource-Allocation Graph entirely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direct edge Pi → Pj whenever Pi is waiting for a resource currently held by Pj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exactly one instance per resource type, this collapse is always unambiguous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2880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503920" y="320040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0392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166360" y="512064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66360" y="5120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0" y="3657600"/>
            <a:ext cx="5760720" cy="0"/>
          </a:xfrm>
          <a:prstGeom prst="line">
            <a:avLst/>
          </a:prstGeom>
          <a:noFill/>
          <a:ln w="3175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5623560" y="4114800"/>
            <a:ext cx="3337560" cy="1005840"/>
          </a:xfrm>
          <a:prstGeom prst="line">
            <a:avLst/>
          </a:prstGeom>
          <a:noFill/>
          <a:ln w="3175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86000" y="4114800"/>
            <a:ext cx="3337560" cy="1005840"/>
          </a:xfrm>
          <a:prstGeom prst="line">
            <a:avLst/>
          </a:prstGeom>
          <a:noFill/>
          <a:ln w="31750">
            <a:solidFill>
              <a:srgbClr val="8A939B"/>
            </a:solidFill>
            <a:prstDash val="solid"/>
            <a:headEnd type="triangle"/>
          </a:ln>
        </p:spPr>
      </p:sp>
      <p:sp>
        <p:nvSpPr>
          <p:cNvPr id="14" name="Text 12"/>
          <p:cNvSpPr txBox="1"/>
          <p:nvPr/>
        </p:nvSpPr>
        <p:spPr>
          <a:xfrm>
            <a:off x="1097280" y="617220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waits for a resource held by the next — P1 → P2 → P3 → P1 closes a cycle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the Cycle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periodically builds the wait-for graph from its bookkeeping of who holds what and who is waiting for what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detection: 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depth-first search works, costing roughly O(n²) edge checks for n processes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cycle → no deadlock, every process can eventually finish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cycle found → every process on that cycle is deadlocked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10789920" cy="1737360"/>
          </a:xfrm>
          <a:prstGeom prst="roundRect">
            <a:avLst>
              <a:gd name="adj" fmla="val 6316"/>
            </a:avLst>
          </a:prstGeom>
          <a:solidFill>
            <a:srgbClr val="FBEEDD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858768"/>
            <a:ext cx="1033272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cycle is both necessary and sufficient here — </a:t>
            </a:r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clean equivalence — deadlock if and only if a cycle exists — only holds because each resource type has a single instance. Once a resource type can have multiple instances, a cycle no longer guarantees deadlock, because a process on the cycle might proceed using a different instance of the same type. That's exactly why multiple instances need a different, more careful algorithm — covered next.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Instances: Available, Allocation, Request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multiple instances per resource type, the detection algorithm reuses almost exactly the same data-structure shape as the Banker's Algorithm's safety check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789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6035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vector, length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Instances of each resource type currently free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matrix, n ×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Instances of each resource type currently held by each process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matrix, n ×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Instances of each resource type each process is currently requesting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206240"/>
            <a:ext cx="10789920" cy="1463040"/>
          </a:xfrm>
          <a:prstGeom prst="roundRect">
            <a:avLst>
              <a:gd name="adj" fmla="val 7500"/>
            </a:avLst>
          </a:prstGeom>
          <a:solidFill>
            <a:srgbClr val="FBEEDD"/>
          </a:solidFill>
          <a:ln w="12700">
            <a:solidFill>
              <a:srgbClr val="8B7F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4315968"/>
            <a:ext cx="103327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real difference — </a:t>
            </a:r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Banker's Algorithm needed Max (a process's declared maximum future demand). The Detection Algorithm has no such promise — Request records only what a process is actually, currently blocked waiting for, right now. Everything else — Work, Request(i) ≤ Work, releasing Allocation(i) back into Work — is the identical mechanical idea.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Detection Algorithm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789920" cy="1051560"/>
          </a:xfrm>
          <a:prstGeom prst="roundRect">
            <a:avLst>
              <a:gd name="adj" fmla="val 5217"/>
            </a:avLst>
          </a:prstGeom>
          <a:solidFill>
            <a:srgbClr val="EDEFF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399032"/>
            <a:ext cx="548640" cy="54864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399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307592"/>
            <a:ext cx="9646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 —  </a:t>
            </a:r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= Available. Finish[i] = false for every process i — unless Allocation(i) is all zeros, then Finish[i] = true immediately.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0789920" cy="1051560"/>
          </a:xfrm>
          <a:prstGeom prst="roundRect">
            <a:avLst>
              <a:gd name="adj" fmla="val 5217"/>
            </a:avLst>
          </a:prstGeom>
          <a:solidFill>
            <a:srgbClr val="EDEFF1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587752"/>
            <a:ext cx="548640" cy="54864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587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496312"/>
            <a:ext cx="9646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 —  </a:t>
            </a:r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i such that Finish[i] = false and Request(i) ≤ Work (component-wise). If none exists, go to step 4.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10789920" cy="1051560"/>
          </a:xfrm>
          <a:prstGeom prst="roundRect">
            <a:avLst>
              <a:gd name="adj" fmla="val 5217"/>
            </a:avLst>
          </a:prstGeom>
          <a:solidFill>
            <a:srgbClr val="EDEFF1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776472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776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685032"/>
            <a:ext cx="9646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completion  —  </a:t>
            </a:r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= Work + Allocation(i), Finish[i] = true — this process can finish and release everything it holds. Go back to step 2.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789920" cy="1051560"/>
          </a:xfrm>
          <a:prstGeom prst="roundRect">
            <a:avLst>
              <a:gd name="adj" fmla="val 5217"/>
            </a:avLst>
          </a:prstGeom>
          <a:solidFill>
            <a:srgbClr val="EDEFF1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965192"/>
            <a:ext cx="548640" cy="54864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965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873752"/>
            <a:ext cx="9646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 —  </a:t>
            </a:r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Finish[i] = false for some process i, the system is deadlocked — every such process is deadlocked.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Allocation and Request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resource types — A, B, C — with four processes, P0–P3. Available = (0, 0, 0).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1920240"/>
          <a:ext cx="8686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337560"/>
                <a:gridCol w="3337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 (A, B, C)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(A, B, C)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(1, 0, 2)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(2, 1, 1)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(4, 0, 0)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(2, 1, 2)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(1, 0, 1)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(1, 1, 0)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(0, 2, 0)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663440"/>
            <a:ext cx="10789920" cy="914400"/>
          </a:xfrm>
          <a:prstGeom prst="roundRect">
            <a:avLst>
              <a:gd name="adj" fmla="val 12000"/>
            </a:avLst>
          </a:prstGeom>
          <a:solidFill>
            <a:srgbClr val="FBEEDD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4773168"/>
            <a:ext cx="10332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 — </a:t>
            </a:r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totals of Allocation are (6, 3, 5); add Available = (0,0,0) and the system's total resource counts are A = 6, B = 3, C = 5 — exactly accounted for.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Running the Algorithm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789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Initialize. Work = (0,0,0). All Finish[P0..P3] = false.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1. P0: (0,0,0) ≤ (0,0,0) ✓ — select P0. Work = (0,0,0)+(1,0,2) = (1,0,2). Finish[P0]=true.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2. Work=(1,0,2). P1: (4,0,0)≤(1,0,2)? 4&gt;1 — no. P2: (1,0,1)≤(1,0,2)? ✓ — select P2. Work=(1,0,2)+(2,1,2)=(3,1,4). Finish[P2]=true.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3. Work=(3,1,4). P1: 4&gt;3 — no. P3: 2&gt;1 on B — no. No process found. Stop.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0690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4197096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P0, P2 — Finish = true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4544568"/>
            <a:ext cx="485546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satisfied in order P0 → P2; not deadlocked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40690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73368" y="4197096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P1, P3 — Finish = false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73368" y="4544568"/>
            <a:ext cx="485546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can never be satisfied with the remaining Work; deadlocked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How Often to Run Detection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on a fixed schedule — 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once every N minutes. Short interval catches deadlocks quickly but spends more CPU; long interval wastes less CPU but lets deadlocked processes sit frozen longer.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when there's a symptom — 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commonly, when CPU utilization drops below some threshold (say, 40%), a cheap, indirect signal that processes may be blocked waiting on each other.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10789920" cy="1280160"/>
          </a:xfrm>
          <a:prstGeom prst="roundRect">
            <a:avLst>
              <a:gd name="adj" fmla="val 8571"/>
            </a:avLst>
          </a:prstGeom>
          <a:solidFill>
            <a:srgbClr val="FBEED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041648"/>
            <a:ext cx="10332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universally correct interval — </a:t>
            </a:r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choice depends on how expensive a deadlocked process is to leave stuck, against how expensive the detection algorithm itself is on that system — a genuine systems-engineering trade-off, not a fixed rule.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by Process Termination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all deadlocked processes at once — </a:t>
            </a:r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immediate, but wasteful since some processes might have been one step from finishing.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one process at a time — </a:t>
            </a:r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detection after each kill, stopping as soon as the cycle breaks. Less damage, more overhead.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Victim-selection cost factors (one-at-a-time approach):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74720"/>
            <a:ext cx="10789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— </a:t>
            </a:r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low-priority processes are generally cheaper to sacrifice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so far / remaining — </a:t>
            </a:r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close to finishing has lost much more if killed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already held — </a:t>
            </a:r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killing a process holding many resources frees more, at greater cost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still needed — </a:t>
            </a:r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needing very few more might be close to finishing on its own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by Resource Preemption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789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Select a victim resource — </a:t>
            </a:r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similar cost function — which resource's removal costs the least to undo.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Roll back the affected process — </a:t>
            </a:r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most recent safe state it was in, rather than restarted from scratch.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Prevent starvation — </a:t>
            </a:r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how many times any one process can be picked as a victim, so it can't be selected forever.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10789920" cy="1371600"/>
          </a:xfrm>
          <a:prstGeom prst="roundRect">
            <a:avLst>
              <a:gd name="adj" fmla="val 8000"/>
            </a:avLst>
          </a:prstGeom>
          <a:solidFill>
            <a:srgbClr val="FBEED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133088"/>
            <a:ext cx="103327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is only cheap if the system already tracks safe checkpoints — </a:t>
            </a:r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that bookkeeping, 'rollback' degenerates into 'restart from the beginning,' exactly as wasteful as the abort-all strategy.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Deadlock Handling in Windows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789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objects — </a:t>
            </a:r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mutexes, semaphores, and events that threads wait on via WaitForSingleObject / WaitForMultipleObjects. Windows never checks whether usage can form a cycle.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sections — </a:t>
            </a:r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lighter-weight, user-mode mutual-exclusion primitive for threads within a single process.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parameters on wait calls — </a:t>
            </a:r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thread can pass a timeout instead of waiting forever; this doesn't detect deadlock formally, but stops a careless design from freezing permanently.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10789920" cy="1188720"/>
          </a:xfrm>
          <a:prstGeom prst="roundRect">
            <a:avLst>
              <a:gd name="adj" fmla="val 9231"/>
            </a:avLst>
          </a:prstGeom>
          <a:solidFill>
            <a:srgbClr val="FBEEDD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453128"/>
            <a:ext cx="103327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reasonable design choice, not a shortcut — </a:t>
            </a:r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System-wide detection has real runtime cost; avoidance requires processes to declare maximum needs up front — information general-purpose applications essentially never provide.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single instance per resource type, collapse the RAG into a wait-for graph — a cycle is necessary and sufficient proof of deadlock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multiple instances, the Detection Algorithm uses Available, Allocation, and Request matrices, running exactly like the Banker's safety check, with Request standing in for Need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run detection trades overhead against how long deadlocked processes sit stuck — fixed interval or CPU-utilization threshold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by termination: abort all (simple, wasteful) or one at a time with re-detection (less wasteful, more overhead)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by resource preemption selects a victim resource and rolls back to a safe state, bounding victim selection to avoid starvation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runs no system-wide deadlock detection or avoidance — it provides synchronization primitives and wait timeouts, leaving avoidance to the application developer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2026-10-02T01:18:00Z</dcterms:created>
  <dcterms:modified xsi:type="dcterms:W3CDTF">2026-10-02T01:18:00Z</dcterms:modified>
</cp:coreProperties>
</file>
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Memory Allocation and Segmentation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CSC323 · Operating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partitioning (MFT) vs. dynamic partitioning (MVT) — two ways to divide memory among processes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classic allocation strategies for dynamic partitioning — First-Fit, Best-Fit, Worst-Fit — worked through one shared example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vs. external fragmentation, and compaction as external fragmentation's cure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Segmentation: a program as a collection of logically distinct, independently sized segments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segment table and the protection bits that make segmentation hardware enforceable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Memory Allocation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contiguous allocation, each process occupies a single, continuous range of physical addresses — exactly the base/limit model from Lecture 22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historical approaches differ in whether partitions are fixed in advance or carved out on demand: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partitioning (MFT) — 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decided once, at boot time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partitioning (MVT) — 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sized exactly to each process, carved from a pool of free memory as processes arrive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Partitioning (MFT)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MFT — Multiprogramming with a Fixed number of Tasks — divides memory into a fixed set of partitions once, at boot time, one process per partition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 — but a process smaller than its partition wastes the leftover space, and a process larger than every partition cannot run at all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194560" y="2651760"/>
            <a:ext cx="7772400" cy="914400"/>
          </a:xfrm>
          <a:prstGeom prst="rect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77440" y="26517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1 (200 KB)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 — uses 140 KB, 60 KB wasted inside the partition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94560" y="3566160"/>
            <a:ext cx="7772400" cy="914400"/>
          </a:xfrm>
          <a:prstGeom prst="rect">
            <a:avLst/>
          </a:prstGeom>
          <a:solidFill>
            <a:srgbClr val="2FE6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35661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2 (200 KB)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B — uses 195 KB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194560" y="4480560"/>
            <a:ext cx="7772400" cy="914400"/>
          </a:xfrm>
          <a:prstGeom prst="rect">
            <a:avLst/>
          </a:prstGeom>
          <a:solidFill>
            <a:srgbClr val="D7D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44805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3 (200 KB)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— waiting for the next process ≤ 200 KB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Partitioning (MVT)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 — Multiprogramming with a Variable number of Tasks — sizes each partition exactly to the process loading into it, carved from a pool of free holes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 wasted inside a partition — but free memory fragments into a scattered set of holes of different sizes as processes come and go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194560" y="2651760"/>
            <a:ext cx="7772400" cy="914400"/>
          </a:xfrm>
          <a:prstGeom prst="rect">
            <a:avLst/>
          </a:prstGeom>
          <a:solidFill>
            <a:srgbClr val="2FE6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77440" y="26517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 — 140 KB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exactly the size it needs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94560" y="3566160"/>
            <a:ext cx="7772400" cy="457200"/>
          </a:xfrm>
          <a:prstGeom prst="rect">
            <a:avLst/>
          </a:prstGeom>
          <a:solidFill>
            <a:srgbClr val="D7DBD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35661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— 60 KB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available for the next process that fits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194560" y="4023360"/>
            <a:ext cx="7772400" cy="914400"/>
          </a:xfrm>
          <a:prstGeom prst="rect">
            <a:avLst/>
          </a:prstGeom>
          <a:solidFill>
            <a:srgbClr val="8B7F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40233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B — 195 KB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exactly the size it needs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Strategies for Dynamic Partitioning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First-Fit — 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hole list in address order, allocate from the first hole big enough. Fast — stops at the first fit.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— 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entire list, allocate from the smallest hole still big enough. Minimizes waste per allocation, but leaves tiny unusable slivers; slower to search.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Worst-Fit — 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from the largest hole available. Leftover fragment more likely to stay a useful size, but burns through large holes quickly.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Starting Holes and Requests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free-hole list (address order):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737360"/>
          <a:ext cx="9601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 KB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3200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arrive in this order: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194560" y="36576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2FE6C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19456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= 130 KB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846320" y="36576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8B7FD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4632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= 300 KB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98080" y="365760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E8A3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= 200 KB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846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strategy applies this same sequence of requests to the same starting hole list — watch where their choices diverge.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First-Fit vs. Best-Fit vs. Worst-Fit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First-Fit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60520" y="114300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60520" y="1143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0" y="114300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0" y="1143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Worst-Fit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35204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R1=130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H1(150)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R2=300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H2(350)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R3=200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H4(500)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783080"/>
          <a:ext cx="35204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R1=130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H1(150)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R2=300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H2(350)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R3=200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H5(220)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783080"/>
          <a:ext cx="35204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R1=130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H4(500)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R2=300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H4(370)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R3=200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H2(350)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548640" y="374904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First-Fit: R1→H1 (leftover 20), R2→H2 (leftover 50), R3→H4 (leftover 300)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Best-Fit: R1→H1 (leftover 20), R2→H2 (leftover 50), R3→H5 (leftover 20)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Worst-Fit: R1→H4 (leftover 370), R2→H4 again (leftover 70), R3→H2 (leftover 150)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5440680"/>
            <a:ext cx="10789920" cy="868680"/>
          </a:xfrm>
          <a:prstGeom prst="roundRect">
            <a:avLst>
              <a:gd name="adj" fmla="val 12632"/>
            </a:avLst>
          </a:prstGeom>
          <a:solidFill>
            <a:srgbClr val="FBEEDD"/>
          </a:solidFill>
          <a:ln w="12700">
            <a:solidFill>
              <a:srgbClr val="8B7FD9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77240" y="5550408"/>
            <a:ext cx="10332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strategy is universally best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First-Fit is usually fastest; Best-Fit minimizes per-allocation waste but accumulates tiny slivers; Worst-Fit keeps leftovers large but exhausts big holes quickly.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Strategy Allocated R3 = 200 KB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591056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First-Fit → H4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938528"/>
            <a:ext cx="30266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hole in scan order big enough — 500 KB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46304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53128" y="1591056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→ H5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53128" y="1938528"/>
            <a:ext cx="30266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adequate hole — 220 KB, tightest leftover (20 KB)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63840" y="146304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65008" y="1591056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Worst-Fit → H2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065008" y="1938528"/>
            <a:ext cx="302666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hole remaining — 350 KB, largest leftover (150 KB)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749040"/>
            <a:ext cx="10789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R1 and R2, First-Fit and Best-Fit happened to agree — the smallest adequate hole was, by coincidence, also the first one First-Fit's scan reached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Worst-Fit diverged from both immediately, by design, since it deliberately avoids the smallest adequate hole every time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R3, every strategy's own history of earlier allocations reshaped its hole list differently enough that all three disagree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vs. External Fragmentation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fragmentation — </a:t>
            </a:r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memory is larger than requested; the extra space sits wasted inside the partition. Inherent to fixed partitioning (MFT).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fragmentation — </a:t>
            </a:r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total free memory exists, but scattered across holes each individually too small. Inherent to dynamic partitioning (MVT).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51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fragmentation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4846320" cy="1463040"/>
          </a:xfrm>
          <a:prstGeom prst="rect">
            <a:avLst/>
          </a:prstGeom>
          <a:solidFill>
            <a:srgbClr val="D7DBD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017520"/>
            <a:ext cx="3383280" cy="14630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30175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(inside block)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651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fragmentation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3017520"/>
            <a:ext cx="1005840" cy="1463040"/>
          </a:xfrm>
          <a:prstGeom prst="rect">
            <a:avLst/>
          </a:prstGeom>
          <a:solidFill>
            <a:srgbClr val="8B7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3017520"/>
            <a:ext cx="274320" cy="1463040"/>
          </a:xfrm>
          <a:prstGeom prst="rect">
            <a:avLst/>
          </a:prstGeom>
          <a:solidFill>
            <a:srgbClr val="D7DB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3017520"/>
            <a:ext cx="731520" cy="1463040"/>
          </a:xfrm>
          <a:prstGeom prst="rect">
            <a:avLst/>
          </a:prstGeom>
          <a:solidFill>
            <a:srgbClr val="8B7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3017520"/>
            <a:ext cx="228600" cy="1463040"/>
          </a:xfrm>
          <a:prstGeom prst="rect">
            <a:avLst/>
          </a:prstGeom>
          <a:solidFill>
            <a:srgbClr val="D7DB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3017520"/>
            <a:ext cx="1371600" cy="1463040"/>
          </a:xfrm>
          <a:prstGeom prst="rect">
            <a:avLst/>
          </a:prstGeom>
          <a:solidFill>
            <a:srgbClr val="8B7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21240" y="3017520"/>
            <a:ext cx="320040" cy="1463040"/>
          </a:xfrm>
          <a:prstGeom prst="rect">
            <a:avLst/>
          </a:prstGeom>
          <a:solidFill>
            <a:srgbClr val="D7DB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0" y="3017520"/>
            <a:ext cx="914400" cy="1463040"/>
          </a:xfrm>
          <a:prstGeom prst="rect">
            <a:avLst/>
          </a:prstGeom>
          <a:solidFill>
            <a:srgbClr val="8B7F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4617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unusable gaps between allocated blocks — no single gap is big enough for a new request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 addresses external fragmentation directly: shuffle every allocated block toward one end of memory, consolidating scattered holes into one large block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expensive — every byte of every relocated process must be physically copied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possible if every process can be relocated freely while running — requiring execution-time (dynamic) binding and relocation-register-style MMU support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compile-time or load-time binding, a process's addresses are already fixed and cannot simply be moved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Non-Contiguous Allocation: Segmentation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views a program as a collection of logically distinct segments — code, stack, heap, and so on — each sized naturally for what it actually contains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address under segmentation is a pair: (segment number, offset within that segment) — not a single flat number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matches how a programmer already organizes a program conceptually, rather than forcing everything into one flat address space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Segment Table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0" y="1463040"/>
          <a:ext cx="88696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606040"/>
                <a:gridCol w="2606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— Code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Heap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Stack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Shared library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645920" y="4206240"/>
            <a:ext cx="8869680" cy="1188720"/>
          </a:xfrm>
          <a:prstGeom prst="roundRect">
            <a:avLst>
              <a:gd name="adj" fmla="val 7692"/>
            </a:avLst>
          </a:prstGeom>
          <a:solidFill>
            <a:srgbClr val="1F242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645920" y="4206240"/>
            <a:ext cx="8869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logical address (2, 150)  →  9400 + 150  =  9550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577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"150 bytes into the Stack segment" is translated by adding the offset to that segment's base — exactly as long as 150 does not exceed segment 2's limit of 1000.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Hardware and Protection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is, conceptually, a small array of (base, limit) pairs — one per segment — forming the segment table itself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set of protection bits attached to each individual segment, not to the process as a whole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segment — </a:t>
            </a:r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marked read/execute-only; the hardware traps an attempt to write to it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or Heap segment — </a:t>
            </a:r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read/write but not executable, stopping classic buffer-overflow attacks from running injected code off the stack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10789920" cy="1097280"/>
          </a:xfrm>
          <a:prstGeom prst="roundRect">
            <a:avLst>
              <a:gd name="adj" fmla="val 10000"/>
            </a:avLst>
          </a:prstGeom>
          <a:solidFill>
            <a:srgbClr val="FBEEDD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18888"/>
            <a:ext cx="10332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Finer-grained than base/limit alone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base/limit pair protects a process from every other process, but treats everything inside it identically. Segmentation's per-segment bits add a second layer: protecting a process even from itself.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partitioning (MFT) divides memory into fixed-size partitions set once at boot — simple, but wastes memory via internal fragmentation</a:t>
            </a:r>
            <a:endParaRPr lang="en-US" sz="14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partitioning (MVT) sizes each partition exactly to the process — eliminates internal fragmentation, but introduces external fragmentation</a:t>
            </a:r>
            <a:endParaRPr lang="en-US" sz="14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First-Fit (fast), Best-Fit (minimizes per-allocation waste, leaves slivers), and Worst-Fit (keeps leftovers large, burns big holes fast) can pick different holes for the same requests</a:t>
            </a:r>
            <a:endParaRPr lang="en-US" sz="14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 consolidates scattered holes into one block, but is expensive and only possible under execution-time binding</a:t>
            </a:r>
            <a:endParaRPr lang="en-US" sz="14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organizes a program as logically distinct, independently sized segments; a segment table (base, limit, protection bits) makes this enforceable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2026-10-02T01:14:41Z</dcterms:created>
  <dcterms:modified xsi:type="dcterms:W3CDTF">2026-10-02T01:14:41Z</dcterms:modified>
</cp:coreProperties>
</file>
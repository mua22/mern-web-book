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Paging: Method and Hardware Support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Paging's basic method — fixed-size frames and pages — and exactly why it eliminates external fragmentation entirely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table and a complete, numeric address-translation walkthrough, bit by bit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system-wide frame table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 Look-aside Buffer (TLB) and a worked Effective Access Time (EAT) calculation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via the valid-invalid bit and read/write/execute permission bits</a:t>
            </a:r>
            <a:endParaRPr lang="en-US" sz="15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brief look at hashed and inverted page tables for large address spaces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Paging: Basic Method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divides physical memory into fixed-size blocks called frames, and a process's logical memory into blocks of the exact same fixed size, called pages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free frame, anywhere in physical memory, can hold any page of any process — pages need not sit next to each other physically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300837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logical memory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55848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0, Page 1, Page 2, Page 3 — contiguous in the process's own view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880360"/>
            <a:ext cx="5257800" cy="1645920"/>
          </a:xfrm>
          <a:prstGeom prst="roundRect">
            <a:avLst>
              <a:gd name="adj" fmla="val 4444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3368" y="300837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memory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3355848"/>
            <a:ext cx="485546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5, Frame 2, Frame 9, Frame 1 — scattered wherever free frames happen to be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FBEEDD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864608"/>
            <a:ext cx="10332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fragmentation disappears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is the same fixed size, so a request for n pages only ever needs n free frames, wherever they are. The cost: bounded internal fragmentation in a process's last, typically partially used, page.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its own page table, mapping page number → frame number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an index into this process's page table, yielding the frame number that page currently lives in</a:t>
            </a:r>
            <a:endParaRPr lang="en-US" sz="15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— 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 within that page/frame — identical whether looking at the logical or the final physical address, since a page and its frame are the same fixed size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Translation: A Worked Example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size 4 KB = 4096 bytes = 2¹² → offset field is 12 bits. Logical address space 64 KB = 2¹⁶ → 16 − 12 = 4 bits for the page number (16 pages, 0–15).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1828800"/>
            <a:ext cx="2194560" cy="914400"/>
          </a:xfrm>
          <a:prstGeom prst="rect">
            <a:avLst/>
          </a:prstGeom>
          <a:solidFill>
            <a:srgbClr val="8B7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737360" y="1828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# (4 bits)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0001 = decimal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931920" y="1828800"/>
            <a:ext cx="6583680" cy="914400"/>
          </a:xfrm>
          <a:prstGeom prst="rect">
            <a:avLst/>
          </a:prstGeom>
          <a:solidFill>
            <a:srgbClr val="2FE6C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931920" y="18288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(12 bits)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0011 1000 1000 = decimal 904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880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 address 5000  =  0001 0011 1000 1000  (binary)   —   1 × 4096 + 904 = 5000 ✓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3337560"/>
            <a:ext cx="365760" cy="365760"/>
          </a:xfrm>
          <a:prstGeom prst="downArrow">
            <a:avLst/>
          </a:prstGeom>
          <a:solidFill>
            <a:srgbClr val="8A939B"/>
          </a:solidFill>
          <a:ln/>
        </p:spPr>
      </p:sp>
      <p:sp>
        <p:nvSpPr>
          <p:cNvPr id="11" name="Shape 9"/>
          <p:cNvSpPr/>
          <p:nvPr/>
        </p:nvSpPr>
        <p:spPr>
          <a:xfrm>
            <a:off x="1737360" y="37947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1F242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737360" y="37947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 lookup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→ Frame 2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09160" y="4133088"/>
            <a:ext cx="640080" cy="228600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40680" y="3794760"/>
            <a:ext cx="5806440" cy="868680"/>
          </a:xfrm>
          <a:prstGeom prst="roundRect">
            <a:avLst>
              <a:gd name="adj" fmla="val 8421"/>
            </a:avLst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40680" y="3794760"/>
            <a:ext cx="5806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address</a:t>
            </a:r>
            <a:endParaRPr lang="en-US" sz="125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× 4096) + 904 = 9096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offset never changes — only the page/frame field does. Only the high-order bits (page number) need an actual table lookup; the low-order bits (offset) pass straight through untouched.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Table Lookup for This Process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463040"/>
          <a:ext cx="594360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29718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number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22960" y="4023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maps to frame 2. The physical address is formed by concatenating the frame number with the same offset computed above: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1737360" y="4663440"/>
            <a:ext cx="8686800" cy="1097280"/>
          </a:xfrm>
          <a:prstGeom prst="roundRect">
            <a:avLst>
              <a:gd name="adj" fmla="val 8333"/>
            </a:avLst>
          </a:prstGeom>
          <a:solidFill>
            <a:srgbClr val="1F2429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737360" y="46634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 × 4096) + 904  =  8192 + 904  =  9096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Table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maintains exactly one system-wide frame table, tracking every physical frame's status and current owner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194560" y="1920240"/>
          <a:ext cx="77724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560320"/>
                <a:gridCol w="3657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(process, page)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P7, page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P4, page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P7, page 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22960" y="4937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table is consulted whenever a process needs a new frame (to find a free one), and whenever a frame needs reclaiming (to know who to notify).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Support: The TLB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naive implementation doubles every memory access: one to read the page table entry, one to fetch the data</a:t>
            </a:r>
            <a:endParaRPr lang="en-US" sz="135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 Look-aside Buffer (TLB) is small, fast associative-memory hardware caching recent page→frame translations, checked before the full page table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296265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hit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310128"/>
            <a:ext cx="4855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needed translation is already cached; the frame number comes back almost immediately, and the full page table is never touched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2834640"/>
            <a:ext cx="5257800" cy="1737360"/>
          </a:xfrm>
          <a:prstGeom prst="roundRect">
            <a:avLst>
              <a:gd name="adj" fmla="val 4211"/>
            </a:avLst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73368" y="2962656"/>
            <a:ext cx="48554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TLB miss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373368" y="3310128"/>
            <a:ext cx="485546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translation isn't cached; the CPU walks the real page table (one extra memory access), then caches the result before accessing the data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Access Time (EAT)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10332720" cy="777240"/>
          </a:xfrm>
          <a:prstGeom prst="roundRect">
            <a:avLst>
              <a:gd name="adj" fmla="val 9412"/>
            </a:avLst>
          </a:prstGeom>
          <a:solidFill>
            <a:srgbClr val="EDEF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 = hit_ratio × (TLB time + memory time) + miss_ratio × (TLB time + 2 × memory time)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TLB access takes 10 ns, a main-memory access takes 100 ns, and the TLB hit ratio is 80% (0.8), so the miss ratio is 20% (0.2):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37360" y="2834640"/>
            <a:ext cx="8686800" cy="2103120"/>
          </a:xfrm>
          <a:prstGeom prst="roundRect">
            <a:avLst>
              <a:gd name="adj" fmla="val 4348"/>
            </a:avLst>
          </a:prstGeom>
          <a:solidFill>
            <a:srgbClr val="1F242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011680" y="2834640"/>
            <a:ext cx="8138160" cy="2103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 = 0.8 × (10 + 100) + 0.2 × (10 + 2 × 100)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0.8 × 110       + 0.2 × (10 + 200)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88              + 0.2 × 210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88              + 42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130 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512064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FBEEDD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5230368"/>
            <a:ext cx="10332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 is the whole game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term is fixed by the hardware except the hit ratio, which depends on program locality. A higher hit ratio drives EAT closer to a single memory access.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in Paging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Valid-invalid bit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whether a page is actually part of the process's legitimate address space right now. Accessing an invalid page traps to the OS immediately.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Read/write/execute permission bits — </a:t>
            </a:r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restrict what kind of access is allowed per entry.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80160" y="3200400"/>
          <a:ext cx="9601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146304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(code)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(heap)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F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(unused)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Hashed and Inverted Page Tables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page tables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page number is hashed into a much smaller table; each entry holds the page number (to resolve collisions) and frame number. Handles large, sparse address spaces efficiently.</a:t>
            </a:r>
            <a:endParaRPr lang="en-US" sz="145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page tables — </a:t>
            </a:r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system-wide, with one entry per physical frame, recording which process and page occupies it. Saves enormous memory, at the cost of a slower lookup.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457200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FBEEDD"/>
          </a:solidFill>
          <a:ln w="12700">
            <a:solidFill>
              <a:srgbClr val="8B7F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681728"/>
            <a:ext cx="103327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trade-off, different scale — </a:t>
            </a:r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trade some lookup speed for a dramatic reduction in page-table memory — the right choice when a process's address space is far larger and sparser than its actual usage.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80160"/>
            <a:ext cx="1078992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Paging divides memory into fixed-size frames and pages — any free frame fits any page, eliminating external fragmentation (at the cost of bounded internal fragmentation)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table maps page number → frame number; translation splits the address into page-number and offset fields, looks up the frame, and concatenates frame + offset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 table is one system-wide structure tracking every physical frame's allocation status and owner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TLB caches recent translations; EAT blends hit and miss cost — an 80% hit ratio with 10 ns TLB and 100 ns memory gave EAT = 130 ns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comes from the valid-invalid bit and read/write/execute permission bits per entry</a:t>
            </a:r>
            <a:endParaRPr lang="en-US" sz="135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Hashed page tables hash the page number for sparse spaces; inverted page tables keep one entry per physical frame, trading lookup speed for memory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2026-10-02T01:14:41Z</dcterms:created>
  <dcterms:modified xsi:type="dcterms:W3CDTF">2026-10-02T01:14:41Z</dcterms:modified>
</cp:coreProperties>
</file>
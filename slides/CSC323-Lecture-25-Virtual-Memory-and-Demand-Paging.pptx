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and Demand Paging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virtual memory is, and the three concrete benefits it buys an operating system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loading a page only when it is first referenced, never speculatively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handling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full step-by-step sequence, from CPU reference to restarted instruction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Access Time (EAT)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page faults, and why even a tiny fault rate can devastate performance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(COW)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how fork() avoids copying an address space it may never need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Memory: Background and Benefits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separates a process's logical address space from the physical memory frames that back it. A page table entry can now be marked </a:t>
            </a:r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page exists logically, but has no frame assigned to it right now.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logical address space, a smaller physical reality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212080" cy="1188720"/>
          </a:xfrm>
          <a:prstGeom prst="roundRect">
            <a:avLst>
              <a:gd name="adj" fmla="val 5385"/>
            </a:avLst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70048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 space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program, as the process believes it exists — can be far larger than physical 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88736" y="3072384"/>
            <a:ext cx="38404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560320"/>
            <a:ext cx="5212080" cy="1188720"/>
          </a:xfrm>
          <a:prstGeom prst="roundRect">
            <a:avLst>
              <a:gd name="adj" fmla="val 5385"/>
            </a:avLst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670048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pages actually in use right now occupy a real frame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42816"/>
            <a:ext cx="10424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is an illusion maintained cooperatively.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never knows which pages are resident — hardware and OS conspire to keep the right frame behind every valid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Benefits of Separating Logical From Physical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can be larger than physical memory.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the portion actively being used needs a frame, so logical size is no longer bounded by installed RAM.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programs can run simultaneously.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process occupies frames only for its active portion, so far more processes fit in the same physical memory at once.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8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I/O is needed to load or swap a program.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process doesn't have to be loaded or swapped in full, so disk I/O spent moving programs in and out of memory drops sharply.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</a:t>
            </a:r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loads a page only when it is first referenced, never in advance, never speculatively.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demand paging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 a process with zero pages in memory.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instruction fetch is, by construction, a reference to a page that isn't resident — it immediately triggers a page fault, pulls that one page in, and lets execution continue.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page the process touches is loaded the same way, one fault at a time, purely in response to actual need.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the process never touches during its entire run are never loaded at all — not a wasted byte of I/O or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F7F8F9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5065776"/>
            <a:ext cx="10424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“pure” demand paging starts with nothing resident.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sometimes load a few pages eagerly (e.g. the entry point). “Pure” demand paging is the strict version used to reason about the mechanism cleanly: nothing loads until a reference proves it's needed.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Handling: Trap and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CPU references a page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 generated by the running instruction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671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Page table marks it invalid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currently backs this page — hardware traps to the 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9981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99816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OS checks: valid reference, or illegal?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this address ever a legitimate part of the process's address space?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032504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Illegal access → abort the process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was never valid — e.g. a stray pointer outside the address space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6519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96519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Valid, just not yet loaded → continue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genuinely belongs to the process; it's just never been brought 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Handling: Resolution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Find a free frame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free-frame list, or by running a page-replacement algorithm if none are free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31136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3113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Schedule a disk read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page's contents in from backing store into the chosen frame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278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Update the page table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entry valid, and record which frame now holds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24528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245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Restart the faulting instruction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Re-execute from the very instruction that faulted — this time, the reference succeeds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4545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3858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restarts the instruction, not just the memory reference.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faulting instruction — including any earlier operand fetches that already succeeded — is re-executed from the start. Safe because nothing has a side effect until the instruction completes.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Access Time (EAT) With Page Faults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= (1 − p) × memory access time + p × page fault service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 is the page fault rate — the fraction of memory references that fault — and page fault service time is dominated by disk I/O (seek, rotational latency, transfer time; Lecture 28).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memory access time 200 ns, page-fault service time 8 ms (8,000,000 ns)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access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 service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ms = 8,000,000 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 rate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(1 in 1,000 references)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83717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= 0.999 × 200 + 0.001 × 8,000,000 = 199.8 + 8,000 = 8,199.8 ns.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8.2 microseconds — about 41× slower than the fault-free 200 ns baseline, even though 999 of every 1,000 references never fault at all.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EAT: Sensitivity to the Fault Rate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 = 0.0001 (one in ten thousand): EAT = 0.9999 × 200 + 0.0001 × 8,000,000 = 199.98 + 800 = 999.98 ns — still roughly 5× slower than 200 ns, from a fault rate ten times lower than the example above.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at ma = 200 ns, pf = 8 ms, for a range of fault rates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 rate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Slowdown vs. fault-free (200 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 faults)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 (1 in 10,000)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(1 in 1,000)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8,200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41×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3571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791456"/>
            <a:ext cx="10424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keeping the fault rate near zero is non-negotiable.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demand paging must cost close to nothing in practice, the fault rate has to stay a tiny fraction of a percent — exactly the pressure that motivates Lecture 26's page-replacement algorithms.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(COW)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delays the copy fork() would otherwise do until it's actually needed. Parent and child initially share the exact same physical pages, every shared page marked read-only.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first, copy only on a write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the child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and child share every physical page, all marked read-only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76472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run and read freely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 has happened yet — reads need no privacy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084064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5084064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writes to a shared page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protection triggers a fault — the OS copies just that one page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Copy-on-Write Is a Huge Win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is extremely often followed almost immediately by exec().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child forks only to then replace its entire address space with a different program.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copy-on-write, that sequence never copies anything at all: the child shares the parent's pages for the brief interval before exec() discards that address space wholesale.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“full copy” that naive fork() would have performed was pure wasted work from the very start.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6849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pages actually get copied?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handful of pages either process writes to before sharing ends (by exiting, or by exec()) are ever duplicated. COW doesn't eliminate copying in general — it stops paying for copies that would never have been needed.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separates logical address space from physical memory, letting a process run with only part of itself resident.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demand paging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 a process with zero resident pages and loads every page exactly once, on first reference.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handling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precise sequence: trap, distinguish illegal from valid-but-unloaded, find a frame, read the page in, update the page table, restart the instruction.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a tiny fault rate devastates performance: p = 0.001 alone produced a 41× slowdown.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shares pages read-only and copies only on first write — fork() immediately followed by exec() costs no copying at all.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2026-10-01T21:50:49Z</dcterms:created>
  <dcterms:modified xsi:type="dcterms:W3CDTF">2026-10-01T21:50:49Z</dcterms:modified>
</cp:coreProperties>
</file>
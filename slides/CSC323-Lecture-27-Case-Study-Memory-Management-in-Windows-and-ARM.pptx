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Memory Management in Windows and ARM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Windows combines demand paging with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clustering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exploit locality of reference</a:t>
            </a:r>
            <a:endParaRPr lang="en-US" sz="1700" dirty="0"/>
          </a:p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working-set trimming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Windows performs under memory pressure</a:t>
            </a:r>
            <a:endParaRPr lang="en-US" sz="1700" dirty="0"/>
          </a:p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conceptual difference between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reserving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committing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virtual memory</a:t>
            </a:r>
            <a:endParaRPr lang="en-US" sz="1700" dirty="0"/>
          </a:p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ARM's MMU and page-table design reflect its dominance in memory-constrained devices</a:t>
            </a:r>
            <a:endParaRPr lang="en-US" sz="1700" dirty="0"/>
          </a:p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TrustZone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ARM's hardware-enforced secure/normal world isolation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in Windows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uses demand paging as its baseline strategy, but it doesn't bring in just the one page that faulted — and on the eviction side, it manages memory per-process using a working-set approach.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memory management, conceptually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78608"/>
            <a:ext cx="3108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 occurs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paging, as in Lecture 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59936" y="3072384"/>
            <a:ext cx="292608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24688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578608"/>
            <a:ext cx="3108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faulting page plus nearby pages in one disk read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08976" y="3072384"/>
            <a:ext cx="292608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0" y="24688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2578608"/>
            <a:ext cx="3108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Working-set trimming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memory pressure, pages are removed to free frames elsewhere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2941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425696"/>
            <a:ext cx="10424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a bet on locality of reference.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process just touched one page, it's likely to touch its neighbors soon too — one slightly larger disk read now is cheaper than several small ones later. Working-set trimming removes pages (typically ones not referenced recently) from processes to free frames for others that need them more urgently right now.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Reserving vs. Committing Virtual Memory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exposes virtual memory to applications through an API built around a deliberate two-step distinction, mirroring Lecture 25's core idea: a large range costs nothing until it is actually used.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41448"/>
            <a:ext cx="4937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Reserving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 range of virtual addresses won't be handed out to anything else — commits no physical memory at 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88736" y="2935224"/>
            <a:ext cx="384048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233172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441448"/>
            <a:ext cx="4937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guarantees physical memory (or backing page-file space) will be available when the range is touched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881360" cy="1005840"/>
          </a:xfrm>
          <a:prstGeom prst="roundRect">
            <a:avLst>
              <a:gd name="adj" fmla="val 4545"/>
            </a:avLst>
          </a:prstGeom>
          <a:solidFill>
            <a:srgbClr val="F7F8F9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242816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matters.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 can claim room to grow — say, for a data structure that might expand significantly — without paying for memory it may never touch.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on ARM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ARM's Memory Management Unit (MMU)</a:t>
            </a:r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performs the same job as the MMU in any paging system — translating virtual addresses to physical ones through page tables.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ARM's widespread use in mobile and embedded devices, where memory is far more constrained than on a typical desktop, makes multi-level page tables even more essential than on x86.</a:t>
            </a:r>
            <a:endParaRPr lang="en-US" sz="155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flat, single-level page table sized for a large address space would itself consume memory an embedded device cannot spare.</a:t>
            </a:r>
            <a:endParaRPr lang="en-US" sz="155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table into multiple levels, where entire branches can be left unallocated until actually needed, keeps page-table overhead proportional to how much address space a process is genuinely using.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10881360" cy="1280160"/>
          </a:xfrm>
          <a:prstGeom prst="roundRect">
            <a:avLst>
              <a:gd name="adj" fmla="val 3571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745736"/>
            <a:ext cx="10424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translation idea, tighter budget.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page-table levels, a TLB to cache results, permission bits per page — the same conceptual job as x86, but every byte spent on page-table overhead is a byte not available for the applications phones, tablets, and embedded systems actually run.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TrustZone: Security Through Memory Isolation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TrustZone</a:t>
            </a:r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ARM-specific security feature that puts a hardware boundary directly inside the memory system, splitting a system into two worlds.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8B7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04288"/>
            <a:ext cx="4937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world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sensitive code and holds sensitive data — key storage, authentication, trusted boot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88736" y="2798064"/>
            <a:ext cx="384048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2194560"/>
            <a:ext cx="5212080" cy="1371600"/>
          </a:xfrm>
          <a:prstGeom prst="roundRect">
            <a:avLst>
              <a:gd name="adj" fmla="val 4667"/>
            </a:avLst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304288"/>
            <a:ext cx="4937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world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ordinary OS and applications — cannot access secure-world memory at 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881360" cy="1371600"/>
          </a:xfrm>
          <a:prstGeom prst="roundRect">
            <a:avLst>
              <a:gd name="adj" fmla="val 3333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151376"/>
            <a:ext cx="10424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hardware, not software.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isolation is enforced at the memory system itself — the same protection goal introduced earlier in this course, now raised to the hardware level, so that even a fully compromised normal-world OS still cannot read or tamper with whatever the secure world is protecting.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pairs demand paging with clustering (loading neighboring pages speculatively) and manages eviction through working-set trimming under memory pressure.</a:t>
            </a:r>
            <a:endParaRPr lang="en-US" sz="1650" dirty="0"/>
          </a:p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Reserving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address range is free; </a:t>
            </a:r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actually guarantees backing memory — letting applications claim room to grow without paying for it upfront.</a:t>
            </a:r>
            <a:endParaRPr lang="en-US" sz="1650" dirty="0"/>
          </a:p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ARM's MMU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performs the same translation role as any paging hardware, but its dominance in memory-constrained devices makes multi-level page tables even more essential than on desktop-class x86.</a:t>
            </a:r>
            <a:endParaRPr lang="en-US" sz="1650" dirty="0"/>
          </a:p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TrustZone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splits an ARM system into a secure world and a normal world, with hardware-enforced memory isolation between them.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2026-10-02T01:16:07Z</dcterms:created>
  <dcterms:modified xsi:type="dcterms:W3CDTF">2026-10-02T01:16:07Z</dcterms:modified>
</cp:coreProperties>
</file>
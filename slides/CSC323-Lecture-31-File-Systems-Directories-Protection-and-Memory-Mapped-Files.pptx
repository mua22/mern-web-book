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Systems: Directories, Protection, and Memory-Mapped Files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implementation: linear lists vs. hash tables, and why real file systems overwhelmingly choose the latter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protection: access lists vs. the condensed owner/group/other permission model UNIX-like systems actually use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constructing concrete rwx permission strings and their numeric chmod-style equivalents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files: what mmap()-style mapping does, why it is often faster and simpler than explicit read()/write(), and when to reach for it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is, underneath its tree-structured appearance, just another data structure that has to be searched every time a file is created, opened, renamed, or deleted. Two implementations dominate in practice.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list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346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list of file names with pointers to their data blocks — easy to implement, but every lookup, creation, or deletion scans the whole list: O(n)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8346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of the file name selects (almost directly) its entry — near O(1) average-case lookup, the structure real file systems actually use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List vs. Hash Table, in Practice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26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list has to be scanned from the start, on every single operation, to find a match or confirm a name is not already taken — unnoticeable for a handful of files, but every create() degrades toward scanning the entire list as a directory grows to tens of thousands of entries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table fixes this directly: the file name is run through a hash function that produces (close to) the position of its entry immediately, turning lookup, insertion, or deletion into a near-constant-time operation on average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caveat applies: collisions — two different file names hashing to the same slot — have to be resolved (commonly by chaining), and a poorly sized or poorly distributed hash table can degrade back toward linear-list behavior in the worst case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4170997"/>
            <a:ext cx="10881360" cy="1626870"/>
          </a:xfrm>
          <a:prstGeom prst="roundRect">
            <a:avLst>
              <a:gd name="adj" fmla="val 674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4399597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trade-off a data structures course already covers in depth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902517"/>
            <a:ext cx="1033272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directory's lookup problem — many keys, frequent membership tests, frequent insertions and deletions — is exactly the problem hash tables were built to solve, and the same O(1)-average-but-O(n)-worst-case trade-off applies here as it does anywhere else a hash table is used.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Protection: Access Lists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file exists inside a directory, the file system has to decide who, exactly, is allowed to do what to it. Two broad approaches exist — starting with the most flexible.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access list attaches to each file an explicit list of exactly which users (or groups) may perform exactly which operations on it — one entry per user, each naming its own permitted operations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maximally flexible: a file can be shared with precisely the five specific people who need it, with a different permission for each of them if required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has a cost: a file shared across a large, changing population of users can accumulate an unwieldy, hard-to-audit list, and every new user who needs access means another entry to add (and, eventually, remove again)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Condensed Owner/Group/Other Scheme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UNIX-like systems (Linux, macOS, and the file systems they rely on) use a far more compact scheme instead: every file carries exactly three sets of permission bits — no per-user list at all.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the user who owns the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— a set of users sharing group membership with the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— everyone else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three sets carries the same three bits: r (read) — permission to read the file's contents (or list a directory's entries)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(write) — permission to modify the file's contents (or create/delete entries within a directory)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(execute) — permission to run the file as a program (or to enter/traverse a directory)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Permission String: rwxr-xr--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rwxr-xr-- left to right, in groups of three: the owner gets rwx (full access); the group gets r-x (read and execute, not write); other gets r-- (read-only).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01852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01852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101852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0260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80260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080260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58668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58668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058668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584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4+2+1  =  7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80560" y="1828800"/>
            <a:ext cx="32918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9452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8B7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9452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759452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37860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DEF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737860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5737860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16268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16268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716268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584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4+0+1  =  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38160" y="1828800"/>
            <a:ext cx="32918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6676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417052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7052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417052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395460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DEF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95460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9395460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373868" y="26060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DEFF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373868" y="26791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10373868" y="3108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3584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4+0+0  =  4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22960" y="534924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1005840" y="5349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rwxr-xr--</a:t>
            </a:r>
            <a:pPr algn="ctr" indent="0" marL="0">
              <a:buNone/>
            </a:pPr>
            <a:r>
              <a:rPr lang="en-US" sz="16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 equivalent to the numeric mode   </a:t>
            </a:r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754</a:t>
            </a:r>
            <a:pPr algn="ctr" indent="0" marL="0">
              <a:buNone/>
            </a:pPr>
            <a:r>
              <a:rPr lang="en-US" sz="16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(chmod 754 report.sh)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(chmod-style) Form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three bits map naturally onto three binary digits, each rwx triplet is also commonly written as a single octal digit — r=4, w=2, x=1, summed together for whichever permissions are actually granted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rwxr-xr-- becomes 754: owner r(4)+w(2)+x(1)=7, group r(4)+x(1)=5, other r(4)=4 — exactly the value a chmod 754 report.sh command sets directly, in one step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861310"/>
            <a:ext cx="10881360" cy="1626870"/>
          </a:xfrm>
          <a:prstGeom prst="roundRect">
            <a:avLst>
              <a:gd name="adj" fmla="val 674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308991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way to sanity-check a numeric mode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92830"/>
            <a:ext cx="1033272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digit from 0–7 is just a 3-bit number: break it into read (4), write (2), and execute (1), and check which bits are actually set. 6 is 4+2 — read and write, no execute (common for a plain data file); 5 is 4+1 — read and execute, no write (common for a shared, non-editable script); 0 means no permission at all.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Owner/Group/Other vs. a Full Access List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arbitrary per-user permissions down to exactly three fixed sets is precisely what makes owner/group/other compact — and precisely what limits it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file genuinely needs five specific, unrelated users to each have a different permission, three fixed buckets cannot express that directly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86131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308991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Owner/group/other is strictly less expressive than a full access list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9283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that need finer-grained control layer an actual access-control list (an ACL) back on top of this base scheme — exactly the model Lecture 32's look at NTFS permissions returns to.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Files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has assumed a program touches a file's data through explicit read() and write() calls, each one copying data between the file and a buffer the program supplies. Memory-mapped files offer a different way entirely: a system call in the mmap() family maps a file's contents directly into a region of the calling process's virtual address space.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0" y="2103120"/>
            <a:ext cx="512064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01968" y="2642616"/>
            <a:ext cx="64008" cy="64008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12280" y="224064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read()/write()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560686"/>
            <a:ext cx="4480560" cy="1206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copies data from the page cache into a user-supplied buffer, and back again on write — an extra copy each way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851392" y="3822192"/>
            <a:ext cx="219456" cy="237744"/>
          </a:xfrm>
          <a:prstGeom prst="downArrow">
            <a:avLst/>
          </a:prstGeom>
          <a:solidFill>
            <a:srgbClr val="8A939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4059936"/>
            <a:ext cx="512064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1968" y="4599432"/>
            <a:ext cx="64008" cy="64008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2280" y="419746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file (mmap())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4517502"/>
            <a:ext cx="4480560" cy="1206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file's pages ARE the process's memory pages; a pointer dereference reads/writes the page cache directly — no separate buffer, no extra copy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File's Pages, Mapped into a Process's Address Space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 file does not immediately read its contents — it reserves the address range and records what each page corresponds to on disk. The first access to a page triggers a page fault, serviced through the page cache, exactly like a demand-paged program page.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on Disk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78040" y="2103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Virtual Address Space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52728" y="3017520"/>
            <a:ext cx="566928" cy="45720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52728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07808" y="3017520"/>
            <a:ext cx="566928" cy="45720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07808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246120"/>
            <a:ext cx="2148840" cy="914"/>
          </a:xfrm>
          <a:prstGeom prst="line">
            <a:avLst/>
          </a:prstGeom>
          <a:noFill/>
          <a:ln w="9525">
            <a:solidFill>
              <a:srgbClr val="8A939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947672" y="3017520"/>
            <a:ext cx="566928" cy="45720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47672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02752" y="3017520"/>
            <a:ext cx="566928" cy="45720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246120"/>
            <a:ext cx="2148840" cy="914"/>
          </a:xfrm>
          <a:prstGeom prst="line">
            <a:avLst/>
          </a:prstGeom>
          <a:noFill/>
          <a:ln w="9525">
            <a:solidFill>
              <a:srgbClr val="8A939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642616" y="3017520"/>
            <a:ext cx="566928" cy="45720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42616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7696" y="3017520"/>
            <a:ext cx="566928" cy="45720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97696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246120"/>
            <a:ext cx="2148840" cy="914"/>
          </a:xfrm>
          <a:prstGeom prst="line">
            <a:avLst/>
          </a:prstGeom>
          <a:noFill/>
          <a:ln w="9525">
            <a:solidFill>
              <a:srgbClr val="8A939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337560" y="3017520"/>
            <a:ext cx="566928" cy="45720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92640" y="3017520"/>
            <a:ext cx="566928" cy="45720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246120"/>
            <a:ext cx="2148840" cy="914"/>
          </a:xfrm>
          <a:prstGeom prst="line">
            <a:avLst/>
          </a:prstGeom>
          <a:noFill/>
          <a:ln w="9525">
            <a:solidFill>
              <a:srgbClr val="8A939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032504" y="3017520"/>
            <a:ext cx="566928" cy="457200"/>
          </a:xfrm>
          <a:prstGeom prst="rect">
            <a:avLst/>
          </a:prstGeom>
          <a:solidFill>
            <a:srgbClr val="2FE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32504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387584" y="3017520"/>
            <a:ext cx="566928" cy="45720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87584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3246120"/>
            <a:ext cx="2148840" cy="914"/>
          </a:xfrm>
          <a:prstGeom prst="line">
            <a:avLst/>
          </a:prstGeom>
          <a:noFill/>
          <a:ln w="9525">
            <a:solidFill>
              <a:srgbClr val="8A939B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822960" y="420624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map 1:1, in order, onto the same offsets within the file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461772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read()/write() call, no separate buffer — a pointer dereference inside the mapped region IS the file access, serviced lazily by the page cache.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Memory Mapping Is Often Faster and Simpler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220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buffer-copying — an explicit read() typically copies data from the kernel's page cache into a buffer the program supplies; a memory-mapped file skips that copy entirely, since the mapped pages ARE the page-cache pages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machinery the OS already has — lazy loading, caching of recently used pages, and eviction under memory pressure are all already implemented by the demand-paging system, for free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fit for a program needing fast, read-only access to a large data file (a multi-gigabyte lookup table), or for two processes mapping the same file to share memory directly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3718242"/>
            <a:ext cx="10881360" cy="1626870"/>
          </a:xfrm>
          <a:prstGeom prst="roundRect">
            <a:avLst>
              <a:gd name="adj" fmla="val 674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394684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mapping does not bypass protection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449762"/>
            <a:ext cx="1033272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memory-mapped file still respects the owner/group/other permissions from earlier in this lecture — a process can only map a file for writing if it already had write permission on that file to begin with. Memory mapping changes how access happens, not whether it is allowed.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implementation is usually a hash table in practice (near-O(1) average lookup), not the simpler but O(n) linear list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protection ranges from fully flexible but unwieldy access lists to the compact owner/group/other, rwx-per-set scheme real UNIX-like systems actually use — a string like rwxr-xr-- decodes directly into a numeric mode like 754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Memory-mapped files map a file's contents directly into a process's virtual address space, so ordinary pointer reads and writes transparently become file I/O, serviced lazily through the same demand-paging machinery that handles regular program pages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mapping is often faster than explicit read()/write() because it avoids an extra buffer copy and reuses the OS's existing page-cache and eviction logic — and it doubles as a natural mechanism for processes to share memory by mapping the same file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48672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2026-10-02T04:42:09Z</dcterms:created>
  <dcterms:modified xsi:type="dcterms:W3CDTF">2026-10-02T04:42:09Z</dcterms:modified>
</cp:coreProperties>
</file>
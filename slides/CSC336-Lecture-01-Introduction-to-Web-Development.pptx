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37160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1E1E4C"/>
          </a:solidFill>
          <a:ln w="12700">
            <a:solidFill>
              <a:srgbClr val="C9D3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1371600"/>
            <a:ext cx="3657600" cy="45720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4" name="Shape 2"/>
          <p:cNvSpPr/>
          <p:nvPr/>
        </p:nvSpPr>
        <p:spPr>
          <a:xfrm>
            <a:off x="8183880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Shape 4"/>
          <p:cNvSpPr/>
          <p:nvPr/>
        </p:nvSpPr>
        <p:spPr>
          <a:xfrm>
            <a:off x="8769096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0" y="21031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Development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43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what the web actually is, to building full applications anyone can open in a browser.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110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the Internet and the Web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71576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6090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client–server request–response model behind every website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85800" y="346557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vocabulary: URL/URI, HTTP/HTTPS, DNS, hosting, web server, browser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85800" y="421538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organizations that create and maintain web standards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85800" y="4965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web apps: static, dynamic, MPA, SPA, and PWA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85800" y="57150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013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technology landscape — where HTML, CSS, JS, React, Node and MongoDB fit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vs. the Web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the same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network of interconnected computers that exchange data.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since the late 1960s (ARPANET).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far more than websites: email, video calls, games, file transfer.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roads, cables and traffic rules of the digital world.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 (WORLD WIDE WEB)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service that runs on top of the Internet.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in 1989 by Tim Berners-Lee.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three ideas: HTML documents, URLs, and the HTTP protocol.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kind of “mail” sent through the Internet's postal system.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= Three Simple Ideas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116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written in HyperText Markup Language that can link to one another.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address that identifies where each document lives.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Protocol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requesting a document and receiving it back.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WEB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Client–Server Request–Response Model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asks for something. A server answers. The server does nothing until asked.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(Browser)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(Web Server)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434840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377440" y="416052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/index.html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4855464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2" name="Text 10"/>
          <p:cNvSpPr txBox="1"/>
          <p:nvPr/>
        </p:nvSpPr>
        <p:spPr>
          <a:xfrm>
            <a:off x="2377440" y="458114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HTML page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5276088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77440" y="500176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/style.css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0" y="5696712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2377440" y="54223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CSS file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 can take many request–response exchanges — one for the HTML, then the CSS, images, and more.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URL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 identifies a resource. A URL is a URI that also says where it is and how to fetch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0515600" cy="822960"/>
          </a:xfrm>
          <a:prstGeom prst="roundRect">
            <a:avLst>
              <a:gd name="adj" fmla="val 6667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https://www.example.com:443/courses/web-tech?semester=fall#lecture1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566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protocol to use (here, secure HTTP)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www.example.com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23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server to contact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480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4480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4805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omitted — 443 is the default for HTTPS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937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/courses/web-tech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937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4937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 on that server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?semester=fall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394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394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parameters, as key=value pairs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852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#lecture1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852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within the page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and HTTPS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how a browser and server exchange requests and responses.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methods: GET (fetch data), POST (send data), and more.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status codes: 200 OK, 404 Not Found, 500 Server Error.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plus an encryption layer (TLS/SSL).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Scrambles data so eavesdroppers on the network cannot read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used by almost every site; browsers warn when a site is not on HTTPS.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6316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3949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passwords, card numbers or personal data over plain HTTP — it can be intercepted. Always use HTTPS.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 — The Phone Book of the Internet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connect using numeric IP addresses. DNS translates a name into that number.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23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browser's address bar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78408" y="306324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3832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DNS resolver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looks up the name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Internet's distributed directory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78408" y="402336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343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returns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93.184.216.34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address of the server that hosts the site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498348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53035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connects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that IP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HTTP request–response begins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Hosting, Web Servers, and Browsers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your site's files on a computer connected to the Internet 24/7, so anyone can reach it any time.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•  Netlify  •  AWS  •  DigitalOcean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that listens for HTTP requests and sends back responses.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 •  Nginx  •  Node.js + Express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the user interacts with: sends requests, receives HTML/CSS/JS, renders the page.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 •  Firefox  •  Safari  •  Edge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THE WEB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Standards Bodies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let every browser interpret HTML, CSS and JavaScript the same 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W3C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Wide Web Consortium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for HTML, CSS, and accessibility (WCAG). Founded by Tim Berners-Lee.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WHATWG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Hypertext Application Technology Working Group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HTML Living Standard, updated continuously by browser vendors.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ECMA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Ecma International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ECMAScript — the specification that JavaScript implements (ES2015, ES2020...).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IETF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Engineering Task Force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Internet protocols: HTTP, TLS, DNS. Publishes specs called RFCs.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Web Applications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203911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HTML file to everyone. Nothing changes per user.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039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Portfolios, documentation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986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8803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or changes content per request, using data from a database.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applications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72160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App: every navigation loads a brand-new page from the server.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21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sites, classic 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581144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8114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5628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App: loads once, then JavaScript swaps content in place.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456285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social apps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422392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422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540410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app-like SPA: works offline, installable, can send push notifications.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54041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needing offline access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063240"/>
                <a:gridCol w="26517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changes per user?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page reloads?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(content never changes)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Portfolio,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(MPA)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 every 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sites, e-commerce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after the first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Dashboards, social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installable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categories overlap: an SPA is almost always dynamic, and a PWA is usually an SPA with extra powers.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Technology Landscape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214884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227685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(Client)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624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•  CSS + Bootstrap / Tailwind  •  JavaScript + jQuery / React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80760" y="315468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11680" y="338328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3A3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6000" y="35112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8587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80760" y="438912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011680" y="461772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E675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6000" y="47457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0932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(via Mongoose)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154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/ response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Nicknamed the MERN stack:  MongoDB · Express · React · Node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Picks One Path Per Layer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383280" y="20665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20665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— (no real alternative in the browser)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79806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7980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Bootstrap or Tailwind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Sass, Bulma, UnoCSS, ...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74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352958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35295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(ES6+), plus jQuery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TypeScript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framework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83280" y="426110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20440" y="426110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Vue, Angular, Svelte, SolidJS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runtime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83280" y="499262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499262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9377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Django, Rails, Laravel, Spring Boot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69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83280" y="57241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57241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PostgreSQL, MySQL, SQLite, Firebase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Actually Need to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expected to learn everything on the previous slide. Go deep on this stack; recognize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non-negotiable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19456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 (ES6+), Git &amp; GitHub, REST API design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4436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the MERN core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92608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Node.js + Express, MongoDB + Mongoose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7588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deeply — not both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5760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CSS framework: Bootstrap OR Tailwind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407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38912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— enough to read and maintain older codebases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have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512064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TypeScript; basic SQL/PostgreSQL; a second front-end framework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pick-one pattern: depth in one option per category + awareness of the rest is what makes you employable.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(pages, links, HTTP) running on top of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works through a client–server, request–response model — browsers ask, servers answer.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URL/URI identify resources, HTTP/HTTPS transfer them, DNS resolves names to IP addresses, hosting keeps a server reachable.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WHATWG, ECMA and IETF write the standards that keep browsers and developers speaking one language.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apps range from static sites to dynamic ones, built as MPAs, SPAs, or installable PWAs.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teaches the MERN stack (+ Bootstrap/Tailwind, jQuery) — depth in one path, awareness of the alternatives.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Introduction to Web Development</dc:title>
  <dc:subject>CSC336 Web Technologies</dc:subject>
  <dc:creator>Usman Akram</dc:creator>
  <cp:lastModifiedBy>Usman Akram</cp:lastModifiedBy>
  <cp:revision>1</cp:revision>
  <dcterms:created xsi:type="dcterms:W3CDTF">2026-09-13T11:38:22Z</dcterms:created>
  <dcterms:modified xsi:type="dcterms:W3CDTF">2026-09-13T11:38:22Z</dcterms:modified>
</cp:coreProperties>
</file>
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and HTML5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Fundamentals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ingredients of every website: structure, text, links, images, tables, and lists.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role of markup languages, and HTML's document structure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060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Elements, tags, attributes, nesting rules, void elements, and validation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39242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1927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Headings, text formatting, and why the old &lt;font&gt; tag is obsolete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0565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&lt;pre&gt;/&lt;code&gt; and other technical text tags, plus HTML entities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1888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45736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 (internal vs. external), images (including image links), audio, video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321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lists (including nested lists), and what HTML5 added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Markup Language?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HyperText — text that contains links to other text or pages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 — the text is annotated with tags describing its structure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— a shared grammar every browser agrees to follow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is NOT a programming language — no variables, loops, or conditions; it only describes structure and content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Document Structure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&lt;!DOCTYPE html&gt;, &lt;html lang="en"&gt;, &lt;head&gt; (meta, title), and &lt;body&gt; — every valid page starts this 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doc-stru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Void (Self-Closing) Elements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&lt;br&gt;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line break within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&lt;hr&gt;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thematic divider line between sections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&lt;img&gt;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Embeds an image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&lt;input&gt;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form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&lt;meta&gt; / &lt;link&gt;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metadata / an external resource, used inside &lt;head&gt;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 elements have no content and therefore no closing tag — &lt;div&gt;&lt;/div&gt; is NOT void, it just happens to be empty.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Void Elements,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break, a horizontal rule, a broken-image icon showing its alt text, and an empty input.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void-elemen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BASICS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Block-Level vs. Inline Elements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3931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Block-Level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a new line?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flows with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available width?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by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only as wide as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h1-h6, p, div, ul,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strong, em, span, img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BASICS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vs. Inline,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heading and both paragraphs each claim a full line; strong and a sit inside the last paragraph's line.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block-in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Attributes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unique identifier for one specific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name(s) shared by many elements, for CSS/JS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info shown as a tooltip on hover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 CSS applied to just this one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(human) language of this element's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 attribute for attaching your own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attributes (required, checked, disabled) need no ="value" — present means true, absent means false.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Attributes,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link, an abbr with a title tooltip, a style-colored paragraph, and three boolean-attribute form controls.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attributes-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CONTENT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Headings and Paragraphs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&lt;h1&gt; through &lt;h6&gt;, most to least important — only one &lt;h1&gt; per page.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heading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CONTENT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Formatting Elements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strong, em, b, i, mark, small, sub/sup, br, hr — each with a distinct default appearance.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text-formatt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DEPRECATED TAG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&lt;font&gt;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&lt;font color="red" size="5" face="Arial"&gt;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text is red, size 5, Arial font.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&lt;/font&gt;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32504"/>
            <a:ext cx="10911535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CSS existed, &lt;font&gt; was the only way to style text directly in HTML.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DEPRECATED TAG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&lt;font&gt;,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3/font-ta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DEPRECATED TAG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Don't Use &lt;font&gt;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Mixes structure with appearance — HTML should describe what something is, not how it looks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scale — changing 50 pages means editing 50 pages, not one CSS rule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responsive or interactive ability — can't change on hover, on a smaller screen, or in dark mode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validation — flagged as an error by the W3C Markup Validator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&lt;pre&gt;, &lt;code&gt;, and Related Tags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&lt;pre&gt;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Preformatted text — preserves every space and line break, monospace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&lt;code&gt;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inline snippet of computer code, monospace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&lt;kbd&gt;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 input — a key the user should press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&lt;samp&gt;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output from a program or 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&lt;var&gt;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variable name or placeholder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&lt;blockquote&gt;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longer, block-level quotation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CHARACTERS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Entities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69494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Renders 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You Need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&amp;lt;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&lt; would start a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&gt; would end a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&amp;amp;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&amp; would start another 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&amp;nbsp;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 space)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non-breaking space — never wraps a 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&amp;copy;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on most keyboards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&amp;mdash;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em dash, longer than a hyphen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and External Links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(ABSOLUTE URL)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address, including https:// and the domain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a page on a DIFFERENT website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target="_blank" + rel="noopener noreferrer" opens safely in a new tab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(RELATIVE URL)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relative to the current page — no domain name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pages within YOUR OWN site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a domain move, since it never contained the domain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links first (Wikipedia, COMSATS in a new tab), then internal ones (About, Contact, Home).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lin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&lt;img&gt; Element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src, alt, width, height — and wrapping an &lt;img&gt; in &lt;a&gt; turns it into a clickable image link.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imag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Audio and Video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&lt;audio controls&gt; and &lt;video controls&gt; with a &lt;source&gt; child — native players, no plugins needed.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audio-vide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&lt;table&gt;, &lt;thead&gt;/&lt;tbody&gt;, &lt;tr&gt;, &lt;th&gt;, &lt;td&gt; — for genuinely tabular data only, never page layout.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tabl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Lists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&lt;ul&gt;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&lt;li&gt;Front End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&lt;li&gt;HTML&lt;/li&gt;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&lt;li&gt;CSS&lt;/li&gt;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&lt;/li&gt;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&lt;li&gt;Back End&lt;/li&gt;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&lt;/ul&gt;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nested &lt;ul&gt;/&lt;ol&gt; goes inside the &lt;li&gt; of the item it belongs under. Browsers change bullet style (disc, circle, square) at each depth.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Three List Types,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Unordered (bulleted), ordered (numbered), and description (term/definition pairs).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3/lis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HTML5 Added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layout: header, nav, main, section, article, aside, footer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audio, video, source, track — no plugins required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Graphics: canvas and native svg support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attributes: placeholder, required, pattern, data-*, contenteditable, draggable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SUPPORT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Progressive Enhancement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browser supports every HTML5 feature. Check caniuse.com before relying on a newer one, and design your page so it still works reasonably well in older browsers while enhancing the experience for those that support more.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3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describes structure and content only — void elements (br, img) have no closing tag; nesting must close in reverse order.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Block-level elements stack and fill width; inline elements flow within text.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&lt;font&gt; tag is obsolete — use CSS for all styling instead.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&lt;pre&gt;/&lt;code&gt; handle technical text; entities (&amp;lt; &amp;nbsp;) represent characters HTML can't take literally.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links use absolute URLs; internal links use relative ones and survive a domain move.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has three list types — unordered, ordered, description — and any of them can be nested.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3: HTML and HTML5 Fundamentals</dc:title>
  <dc:subject>CSC336 Web Technologies</dc:subject>
  <dc:creator>Usman Akram</dc:creator>
  <cp:lastModifiedBy>Usman Akram</cp:lastModifiedBy>
  <cp:revision>1</cp:revision>
  <dcterms:created xsi:type="dcterms:W3CDTF">2026-09-13T11:03:56Z</dcterms:created>
  <dcterms:modified xsi:type="dcterms:W3CDTF">2026-09-13T11:03:56Z</dcterms:modified>
</cp:coreProperties>
</file>
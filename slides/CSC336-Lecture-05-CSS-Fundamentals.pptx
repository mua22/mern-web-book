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CSS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Fundamentals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The language that controls how HTML looks: colours, fonts, spacing, and layout.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CSS syntax, and the three ways to attach CSS to HTML</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Selectors: element, class, id, attribute, grouping, descendant</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Pseudo-classes and pseudo-elements</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cascade and specificity — every conflict case, and the real scoring method</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Which properties inherit from parent to child, and which do not</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most common colour, font, text, and background properties</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CSS?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style sheet language: HTML says what something IS, CSS says how it should look</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Separates content (HTML) from presentation (CSS)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Change a whole site's look by editing one CSS file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same HTML can be restyled for print, mobile, or accessibility</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SYNTAX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CSS Rule</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darkslategray;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font-size: 16px;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selector (which elements) plus a declaration block (what style) — every declaration is a property: value pair, ending in a semicolon.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1. Inline Styles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&lt;p style="color: red; font-weight: bold;"&gt; — applies only to that one element.</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nline-style.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 &lt;style&gt; block inside &lt;head&gt; — applies to the whole page, but stuck in that one HTML file.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nternal-stylesheet.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3. External Style Sheets — Preferred</a:t>
            </a:r>
            <a:endParaRPr lang="en-US" sz="3400" dirty="0"/>
          </a:p>
        </p:txBody>
      </p:sp>
      <p:sp>
        <p:nvSpPr>
          <p:cNvPr id="4" name="Shape 2"/>
          <p:cNvSpPr/>
          <p:nvPr/>
        </p:nvSpPr>
        <p:spPr>
          <a:xfrm>
            <a:off x="640080" y="1965960"/>
            <a:ext cx="10911535" cy="2194560"/>
          </a:xfrm>
          <a:prstGeom prst="roundRect">
            <a:avLst>
              <a:gd name="adj" fmla="val 2500"/>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6002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One file, many pages: every page links the same styles.css, so the whole site looks consistent and you edit one file to restyle it. Separation of concerns keeps HTML focused on content. Browsers cache the file, so pages after the first load faster. Designers and developers can work on CSS and HTML independently.</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Selector: .highlight</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.highlight { background-color: yellow; } — reusable across as many elements as you like.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class-selector.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ID Selector: #main-header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#main-header { font-size: 2rem; text-align: center; } — an id must be unique on the page.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d-selector.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vs. ID</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Use a class when a style might apply to more than one element (most of the time). Use an id only for something that truly appears once on the page. Overusing ids makes CSS harder to reuse.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Attribute Selector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input[type="email"] { border: 1px solid gray; }  and  a[target] { color: purple; }</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attribute-selector.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Grouping Selector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h1, h2, h3 { font-family: Georgia, serif; color: darkred; } — one declaration block, three selectors.</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grouping-selector.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Descendant Selector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article p { color: #333; } — selects a &lt;p&gt; anywhere inside an &lt;article&gt;, however deeply nested.</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descendant-selector.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Pseudo-Classes</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108960"/>
                <a:gridCol w="786384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Matches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 / :focus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Mouse over the element / the element is focused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While the element is being clicked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:first-child / :last-child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First / last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:nth-child(n)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nth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:not(selector)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that do NOT match the given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Pseudo-Classes,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li:first-child and button:disabled are states the browser can render up front.</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pseudo-class-demo.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p::first-line { font-weight: bold;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.quote::before { content: "\201C";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.quote::after  { content: "\201D"; }</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::before and ::after insert content that is not in the HTML at all — purely for decoration.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5/pseudo-element-demo.png">    </p:cNvPr>
          <p:cNvPicPr>
            <a:picLocks noChangeAspect="1"/>
          </p:cNvPicPr>
          <p:nvPr/>
        </p:nvPicPr>
        <p:blipFill>
          <a:blip r:embed="rId1"/>
          <a:srcRect l="0" r="0" t="0" b="0"/>
          <a:stretch/>
        </p:blipFill>
        <p:spPr>
          <a:xfrm>
            <a:off x="640080" y="2057400"/>
            <a:ext cx="10911535" cy="4114800"/>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From Lowest to Highest</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114800"/>
                <a:gridCol w="6858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Selector 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 / pseudo-element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 ::before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 / attribute / 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.highlight, [type="text"], :hover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#main-header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 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Overrides everything else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Decides the Winner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&lt;p id="lead-paragraph" class="intro"&gt; — the id selector wins, regardless of source order.</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specificity-demo.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Resolves Conflicts</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389120"/>
                <a:gridCol w="658368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The Winner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1. Different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more specific rule, regardless of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2. Equal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rule written LATER in the source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3. One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!important rule, regardless of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4. Both rules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Falls back to specificity, then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5. Inline style vs. stylesheet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inline style — unless the stylesheet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Case 5 in Code</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&lt;p id="lead" style="color: purple;"&gt;...&lt;/p&gt;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blue; }              /* loses to inline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green !important; } /* beats inline   */</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Without the !important line, the paragraph is purple. With it, green — one of the few times !important is the right tool.</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4-Part Specificity Score</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Counts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1 if the style is inline, else 0</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ID selectors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Classes / attrs / pseudo-classes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Elements / pseudo-elements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-&gt; (0,1,2,1)  beats  nav ul li a -&gt; (0,0,0,4) — one ID always outweighs any number of elements, no matter how long the other selector looks.</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An Example Where Inheritance Does NOT Happen</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.parent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border: 4px solid crimson;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20px;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 class="parent"&gt;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Parent text is dark 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&lt;p&gt;Child paragraph is dark blue too.&lt;/p&gt;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&lt;/div&gt;</a:t>
            </a:r>
            <a:endParaRPr lang="en-US" sz="14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color inherits, so the &lt;p&gt; is dark blue too. border and padding do NOT inherit — only .parent itself gets the crimson outline and padding.</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Inherited vs. Not Inherited</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5303520"/>
                <a:gridCol w="566928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Not 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font-family, font-size, font-weight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padding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line-height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text-align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width, 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visibility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background / background-color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COLOUR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Five Ways to Write a Colour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Named, hex, rgb() all give the same red; rgba() adds transparency; hsl() gives hue/saturation/lightness.</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color-values.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Font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font-family (a fallback list), font-size, font-weight, font-style — combined via the font shorthand too.</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font-properties.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TEXT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Text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text-align, text-decoration, text-transform, line-height, letter-spacing.</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text-properties.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BACKGROUNDS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Background Properties</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.card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background-color: #f5f5f5;</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background-image: url("pattern.png");</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background-repeat: no-repeat;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background-position: center;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background-size: cover;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background shorthand combines several of these into one declaration, just like font does.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CSS separates presentation from content; external style sheets are preferred for real projects.</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Selectors decide what gets styled: element, class, id, attribute, grouping, descendant.</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cascade resolves conflicts in order: importance, then specificity, then source order — every time.</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Specificity is a 4-part score compared column by column; one ID beats any number of classes or elements.</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!important should be a last resort — it breaks normal specificity reasoning.</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Text properties like color inherit from parent to child; box properties like border and margin do not.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Cascading Style Sheets (CSS) Fundamentals</dc:title>
  <dc:subject>CSC336 Web Technologies</dc:subject>
  <dc:creator>Usman Akram</dc:creator>
  <cp:lastModifiedBy>Usman Akram</cp:lastModifiedBy>
  <cp:revision>1</cp:revision>
  <dcterms:created xsi:type="dcterms:W3CDTF">2026-09-13T11:13:43Z</dcterms:created>
  <dcterms:modified xsi:type="dcterms:W3CDTF">2026-09-13T11:13:43Z</dcterms:modified>
</cp:coreProperties>
</file>
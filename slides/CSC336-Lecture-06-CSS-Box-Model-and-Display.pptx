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CSS Box Model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Display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a rectangular box — understanding its size and behavior is the core of CSS layout.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layers of the box model: content, padding, border, and margin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collapsing, and why it surprises beginners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content-box vs. border-box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size with width, height, and min-/max- constraints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property: block, inline, inline-block, and none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technique: turning a &lt;ul&gt; into a horizontal menu with display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Nested Layers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— the actual text, image, or other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— transparent space inside the border, colored by the background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— a line (or nothing) drawn around the padding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— transparent space outside the border, never filled with color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Layers,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.content { width: 300px; height: 150px; background: steelblue;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.padding { padding: 20px; background: seagreen;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.border  { border: 20px solid darkorange;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.margin  { margin: 20px; background: wheat;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631692"/>
            <a:ext cx="11130991" cy="2695956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6/box-model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3125" y="3741420"/>
            <a:ext cx="3485444" cy="24765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Adjacent Vertical Margins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.box-one { margin-bottom: 30px;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.box-two { margin-top: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might expect a 50px gap — but margin collapsing means the actual gap is only 30px, the LARGER of the two.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Collapsing,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margin-collap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6450" y="2057400"/>
            <a:ext cx="67987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Happens Vertically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applies only to top/bottom margins of block elements in normal flow. It never happens with left/right margins, or with flex, grid, floats, or absolute positioning.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content-box (Default) vs. border-box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content-box: padding + border ADD to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 { box-sizing: content-box;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344px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border-box: padding + border are INCLUDED in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 { box-sizing: border-box;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exactly 300px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Width, Different Sizing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width, padding, and border on both — content-box renders visibly wider than border-box.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6/box-sizing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04178"/>
            <a:ext cx="10911535" cy="24955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border-box: The Practical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border-box makes sizing far more predictable, most real style sheets start with *, *::before, *::after { box-sizing: border-box; } as a site-wide reset.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min-/max- Constraints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 caps how wide a box can grow — never wider than 1000px, even on a huge screen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 / min-height set a floor the box will never shrink below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let a box scale down on narrow screens but stop growing past a sensible limit on wide monitors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block, inline, inline-block, none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— starts a new line, fills the full available width (div, p, h1-h6, ul)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— flows within text, width/height are ignored (span, a, strong)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— flows inline, but respects width/height/vertical margin (nav links, buttons)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removed from the page entirely, taking up no space at all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Values,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{ display: block; }        /* new line, full width 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.tag     { display: inline; }       /* flows in text, no w/h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 { display: inline-block;   /* inline + respects w/h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width: 120px; height: 40px;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.hidden-panel { display: none; }    /* removed entirely      */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6/displa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6681" y="3979545"/>
            <a:ext cx="2978334" cy="22383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MIX-UP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display: none vs. visibility: hidden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.gone    { display: none; }      /* removed entirely — no space reserved  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.invisible { visibility: hidden; } /* invisible, but still takes up its space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Toggling display: none with JavaScript reflows the page (neighbors shift to fill the gap); visibility: hidden leaves a blank gap where the element used to be.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IN PRACTICE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Row of Equal-Sized Buttons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inline-block;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text-align: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10px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is what lets several fixed-width buttons sit on one line, side by side, without giving up width/height control the way plain inline would.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 &lt;ul&gt; Into a Horizontal Menu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{ list-style: none; margin: 0; padding: 0;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li { display: inline-block; margin-right: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block by default — this one change turns a vertical list into a horizontal menu, with no HTML change at all.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and After,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ul-menu-dis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5372" y="2057400"/>
            <a:ext cx="716095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a Menu This Way?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 menu IS, conceptually, a list of links — that's exactly what it is to a screen reader and a search engine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readers announce it as a list, telling users how many links there are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HTML never has to change later — redesign to a dropdown or hamburger menu by changing only CSS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Borders, Radius, and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2px solid #333;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border-radius: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rgba(0,0,0,0.2);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circle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 Shadow: Raised, Soft, and Inset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606040"/>
            <a:ext cx="4632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.raised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rgba(0,0,0,.2);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.soft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8px 20px rgba(0,0,0,.15);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.pressed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inset 0 2px 4px rgba(0,0,0,.35);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6/shadow-basic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267210"/>
            <a:ext cx="5272888" cy="3740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Shadows and Text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25090"/>
            <a:ext cx="5272888" cy="3025140"/>
          </a:xfrm>
          <a:prstGeom prst="roundRect">
            <a:avLst>
              <a:gd name="adj" fmla="val 241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853690"/>
            <a:ext cx="4632808" cy="2567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1px 2px rgba(0,0,0,.08),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4px 8px rgba(0,0,0,.08),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12px 24px rgba(0,0,0,.08);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text-shadow: 2px 2px 4px rgba(0,0,0,.3);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6/shadow-layere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267210"/>
            <a:ext cx="5272888" cy="3740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Spacing Techniques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spacing scale — pick a small set of values (4px, 8px, 16px, 24px) and only ever use those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— define --space-md: 16px once in :root, reuse everywhere with var(--space-md)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whole site's spacing rhythm by editing one value in :root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6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has four layers: content, padding, border, margin — vertically adjacent margins can collapse to the larger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border-box makes padding and border count inside your width, and is the practical default.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min-/max-width/height add flexible constraints on top of a base size.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controls layout behavior: block fills width, inline flows in text, inline-block combines both, none removes the element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&lt;ul&gt; styled with li { display: inline-block; } is a real way to build a menu without losing list semantics.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box-shadow, and CSS custom properties keep a design finished and consistent.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The CSS Box Model and Display</dc:title>
  <dc:subject>CSC336 Web Technologies</dc:subject>
  <dc:creator>Usman Akram</dc:creator>
  <cp:lastModifiedBy>Usman Akram</cp:lastModifiedBy>
  <cp:revision>1</cp:revision>
  <dcterms:created xsi:type="dcterms:W3CDTF">2026-09-22T05:17:36Z</dcterms:created>
  <dcterms:modified xsi:type="dcterms:W3CDTF">2026-09-22T05:17:36Z</dcterms:modified>
</cp:coreProperties>
</file>
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 6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77440"/>
            <a:ext cx="8686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CSS Box Model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Display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38912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element is a rectangular box — understanding its size and behavior is the core of CSS layout.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943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CSC336 Web Technologies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This Lecture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layers of the box model: content, padding, border, and margin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679192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679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606040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collapsing, and why it surprises beginners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392424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39242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319272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box-sizing: content-box vs. border-box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105656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105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032504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Controlling size with width, height, and min-/max- constraints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4818888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5800" y="4818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4745736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display property: block, inline, inline-block, and none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85800" y="55321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5532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54589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technique: turning a &lt;ul&gt; into a horizontal menu with display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BOX MODEL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Nested Layers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— the actual text, image, or other content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Padding — transparent space inside the border, colored by the background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 — a line (or nothing) drawn around the padding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— transparent space outside the border, never filled with color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BOX MODEL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Layers,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01140"/>
          </a:xfrm>
          <a:prstGeom prst="roundRect">
            <a:avLst>
              <a:gd name="adj" fmla="val 4873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043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.content { width: 300px; height: 150px; background: steelblue;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.padding { padding: 20px; background: seagreen;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.border  { border: 20px solid darkorange;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.margin  { margin: 20px; background: wheat; }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631692"/>
            <a:ext cx="11130991" cy="2695956"/>
          </a:xfrm>
          <a:prstGeom prst="roundRect">
            <a:avLst>
              <a:gd name="adj" fmla="val 2035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6/box-model-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53125" y="3741420"/>
            <a:ext cx="3485444" cy="24765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COLLAPSING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Adjacent Vertical Margins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82040"/>
          </a:xfrm>
          <a:prstGeom prst="roundRect">
            <a:avLst>
              <a:gd name="adj" fmla="val 676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.box-one { margin-bottom: 30px;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.box-two { margin-top: 20px;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76600"/>
            <a:ext cx="10911535" cy="298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might expect a 50px gap — but margin collapsing means the actual gap is only 30px, the LARGER of the two.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COLLAPSING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Margin Collapsing,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6/margin-collaps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96450" y="2057400"/>
            <a:ext cx="6798794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COLLAPSING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Happens Vertically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7360"/>
          </a:xfrm>
          <a:prstGeom prst="roundRect">
            <a:avLst>
              <a:gd name="adj" fmla="val 3158"/>
            </a:avLst>
          </a:prstGeom>
          <a:solidFill>
            <a:srgbClr val="FDECE0"/>
          </a:solidFill>
          <a:ln w="12700">
            <a:solidFill>
              <a:srgbClr val="FF8A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3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collapsing applies only to top/bottom margins of block elements in normal flow. It never happens with left/right margins, or with flex, grid, floats, or absolute positioning.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BOX-SIZING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content-box (Default) vs. border-box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content-box: padding + border ADD to width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.a { box-sizing: content-box; width: 300px; padding: 20px; border: 2px solid;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actual rendered width = 344px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border-box: padding + border are INCLUDED in width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 { box-sizing: border-box; width: 300px; padding: 20px; border: 2px solid;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actual rendered width = exactly 300px */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BOX-SIZING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Width, Different Sizing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9115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width, padding, and border on both — content-box renders visibly wider than border-box.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30352" y="2221992"/>
            <a:ext cx="11130991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6" name="Image 0" descr="D:/GitHub/mern-web-book/docs/assets/img/lecture-06/box-sizing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004178"/>
            <a:ext cx="10911535" cy="24955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BOX-SIZING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border-box: The Practical Default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554480"/>
          </a:xfrm>
          <a:prstGeom prst="roundRect">
            <a:avLst>
              <a:gd name="adj" fmla="val 3529"/>
            </a:avLst>
          </a:prstGeom>
          <a:solidFill>
            <a:srgbClr val="E6F6EE"/>
          </a:solidFill>
          <a:ln w="12700">
            <a:solidFill>
              <a:srgbClr val="3FA6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21031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7A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404872"/>
            <a:ext cx="104543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border-box makes sizing far more predictable, most real style sheets start with *, *::before, *::after { box-sizing: border-box; } as a site-wide reset.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SIZING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min-/max- Constraints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max-width caps how wide a box can grow — never wider than 1000px, even on a huge screen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min-width / min-height set a floor the box will never shrink below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Together they let a box scale down on narrow screens but stop growing past a sensible limit on wide monitors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DISPLAY PROPERTY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block, inline, inline-block, none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85800" y="19659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189280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— starts a new line, fills the full available width (div, p, h1-h6, ul)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78892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858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271576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— flows within text, width/height are ignored (span, a, strong)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800" y="361188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611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353872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inline-block — flows inline, but respects width/height/vertical margin (nav links, buttons)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85800" y="4434840"/>
            <a:ext cx="457200" cy="45720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4361688"/>
            <a:ext cx="101800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— removed from the page entirely, taking up no space at all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DISPLAY PROPERTY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Four Values, Compared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739265"/>
          </a:xfrm>
          <a:prstGeom prst="roundRect">
            <a:avLst>
              <a:gd name="adj" fmla="val 4206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2820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{ display: block; }        /* new line, full width  */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.tag     { display: inline; }       /* flows in text, no w/h */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.button  { display: inline-block;   /* inline + respects w/h */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width: 120px; height: 40px; }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.hidden-panel { display: none; }    /* removed entirely      */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0352" y="3869817"/>
            <a:ext cx="11130991" cy="2457831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7" name="Image 0" descr="D:/GitHub/mern-web-book/docs/assets/img/lecture-06/display-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06681" y="3979545"/>
            <a:ext cx="2978334" cy="223837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MIX-UP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display: none vs. visibility: hidden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82040"/>
          </a:xfrm>
          <a:prstGeom prst="roundRect">
            <a:avLst>
              <a:gd name="adj" fmla="val 676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.gone    { display: none; }      /* removed entirely — no space reserved   */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.invisible { visibility: hidden; } /* invisible, but still takes up its space */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76600"/>
            <a:ext cx="10911535" cy="298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Toggling display: none with JavaScript reflows the page (neighbors shift to fill the gap); visibility: hidden leaves a blank gap where the element used to be.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INLINE-BLOCK IN PRACTICE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Row of Equal-Sized Buttons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.btn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display: inline-block;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width: 120px;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text-align: center;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padding: 10px 0;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margin-right: 8px;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610100"/>
            <a:ext cx="10911535" cy="1653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inline-block is what lets several fixed-width buttons sit on one line, side by side, without giving up width/height control the way plain inline would.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EXAMPLE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Turning a &lt;ul&gt; Into a Horizontal Menu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1082040"/>
          </a:xfrm>
          <a:prstGeom prst="roundRect">
            <a:avLst>
              <a:gd name="adj" fmla="val 6761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.menu { list-style: none; margin: 0; padding: 0; 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.menu li { display: inline-block; margin-right: 20px; }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276600"/>
            <a:ext cx="10911535" cy="2987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 is block by default — this one change turns a vertical list into a horizontal menu, with no HTML change at all.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EXAMPLE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and After, Rendered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30352" y="1947672"/>
            <a:ext cx="11130991" cy="4334256"/>
          </a:xfrm>
          <a:prstGeom prst="roundRect">
            <a:avLst>
              <a:gd name="adj" fmla="val 1266"/>
            </a:avLst>
          </a:prstGeom>
          <a:solidFill>
            <a:srgbClr val="FFFFFF"/>
          </a:solidFill>
          <a:ln w="12700">
            <a:solidFill>
              <a:srgbClr val="E2E2EE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D:/GitHub/mern-web-book/docs/assets/img/lecture-06/ul-menu-dis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5372" y="2057400"/>
            <a:ext cx="7160950" cy="41148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PRACTICAL EXAMPLE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Build a Menu This Way?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nav menu IS, conceptually, a list of links — that's exactly what it is to a screen reader and a search engine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readers announce it as a list, telling users how many links there are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HTML never has to change later — redesign to a dropdown or hamburger menu by changing only CSS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FINISHING TOUCHES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Borders, Radius, and Shadow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11535" cy="2415540"/>
          </a:xfrm>
          <a:prstGeom prst="roundRect">
            <a:avLst>
              <a:gd name="adj" fmla="val 3028"/>
            </a:avLst>
          </a:prstGeom>
          <a:solidFill>
            <a:srgbClr val="1E1E4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194560"/>
            <a:ext cx="10271455" cy="19583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.card {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border: 2px solid #333;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border-radius: 8px;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box-shadow: 0 4px 8px rgba(0,0,0,0.2);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C9D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.avatar { border-radius: 50%; }  /* a circle */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FINISHING TOUCHES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B2B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Consistent Spacing Techniques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8541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9280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spacing scale — pick a small set of values (4px, 8px, 16px, 24px) and only ever use those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300837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60120" y="271576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custom properties — define --space-md: 16px once in :root, reuse everywhere with var(--space-md)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831336"/>
            <a:ext cx="82296" cy="82296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960120" y="3538728"/>
            <a:ext cx="105914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626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whole site's spacing rhythm by editing one value in :root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D5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B2B7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315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6 in Six Points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2194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box has four layers: content, padding, border, margin — vertically adjacent margins can collapse to the larger value.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29718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29718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8803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box-sizing: border-box makes padding and border count inside your width, and is the practical default.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6576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36576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661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min-/max-width/height add flexible constraints on top of a base size.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43434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43434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2519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 controls layout behavior: block fills width, inline flows in text, inline-block combines both, none removes the element entirely.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22960" y="50292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22960" y="5029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63040" y="49377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&lt;ul&gt; styled with li { display: inline-block; } is a real way to build a menu without losing list semantics.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22960" y="5715000"/>
            <a:ext cx="438912" cy="438912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5715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6235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9D3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border-radius, box-shadow, and CSS custom properties keep a design finished and consistent.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" y="6446520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Usman Akram  •  COMSATS University Islamabad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1155680" y="6446520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3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COMSATS University Islamabad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6: The CSS Box Model and Display</dc:title>
  <dc:subject>CSC336 Web Technologies</dc:subject>
  <dc:creator>Usman Akram</dc:creator>
  <cp:lastModifiedBy>Usman Akram</cp:lastModifiedBy>
  <cp:revision>1</cp:revision>
  <dcterms:created xsi:type="dcterms:W3CDTF">2026-09-13T18:23:29Z</dcterms:created>
  <dcterms:modified xsi:type="dcterms:W3CDTF">2026-09-13T18:23:29Z</dcterms:modified>
</cp:coreProperties>
</file>
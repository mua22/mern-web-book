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248" y="2057400"/>
            <a:ext cx="579120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6450" y="2057400"/>
            <a:ext cx="67987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4178"/>
            <a:ext cx="10911535" cy="24955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8315" y="2057400"/>
            <a:ext cx="547506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372" y="2057400"/>
            <a:ext cx="7160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74136"/>
          </a:xfrm>
          <a:prstGeom prst="roundRect">
            <a:avLst>
              <a:gd name="adj" fmla="val 216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2026-09-13T11:38:23Z</dcterms:created>
  <dcterms:modified xsi:type="dcterms:W3CDTF">2026-09-13T11:38:23Z</dcterms:modified>
</cp:coreProperties>
</file>
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4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4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.content { width: 300px; height: 150px; background: steelblue;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.padding { padding: 20px; background: seagreen;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.border  { border: 20px solid darkorange;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.margin  { margin: 20px; background: wheat;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631692"/>
            <a:ext cx="11130991" cy="2695956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3125" y="3741420"/>
            <a:ext cx="3485444" cy="24765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6450" y="2057400"/>
            <a:ext cx="6798794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4178"/>
            <a:ext cx="10911535" cy="2495564"/>
          </a:xfrm>
          <a:prstGeom prst="rect">
            <a:avLst/>
          </a:prstGeom>
        </p:spPr>
      </p:pic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{ display: block; }        /* new line, full width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.tag     { display: inline; }       /* flows in text, no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 { display: inline-block;   /* inline + respects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width: 120px; height: 40px;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.hidden-panel { display: none; }    /* removed entirely     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681" y="3979545"/>
            <a:ext cx="2978334" cy="2238375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MIX-UP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display: none vs. visibility: hidden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.gone    { display: none; }      /* removed entirely — no space reserved  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.invisible { visibility: hidden; } /* invisible, but still takes up its space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display: none with JavaScript reflows the page (neighbors shift to fill the gap); visibility: hidden leaves a blank gap where the element used to be.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IN PRACTICE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Row of Equal-Sized Buttons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inline-block;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text-align: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10px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is what lets several fixed-width buttons sit on one line, side by side, without giving up width/height control the way plain inline would.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372" y="2057400"/>
            <a:ext cx="7160950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 Shadow: Raised, Soft, and Inset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5272888" cy="3520440"/>
          </a:xfrm>
          <a:prstGeom prst="roundRect">
            <a:avLst>
              <a:gd name="adj" fmla="val 207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606040"/>
            <a:ext cx="4632808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.raised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rgba(0,0,0,.2);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.soft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8px 20px rgba(0,0,0,.15);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.pressed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inset 0 2px 4px rgba(0,0,0,.35);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6/shadow-basics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267210"/>
            <a:ext cx="5272888" cy="37409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Shadows and Text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625090"/>
            <a:ext cx="5272888" cy="3025140"/>
          </a:xfrm>
          <a:prstGeom prst="roundRect">
            <a:avLst>
              <a:gd name="adj" fmla="val 241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853690"/>
            <a:ext cx="4632808" cy="2567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1px 2px rgba(0,0,0,.08),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4px 8px rgba(0,0,0,.08),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0 12px 24px rgba(0,0,0,.08);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 {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text-shadow: 2px 2px 4px rgba(0,0,0,.3);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69000" y="1947672"/>
            <a:ext cx="5492344" cy="4379976"/>
          </a:xfrm>
          <a:prstGeom prst="roundRect">
            <a:avLst>
              <a:gd name="adj" fmla="val 125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7" name="Image 0" descr="D:/GitHub/mern-web-book/docs/assets/img/lecture-06/shadow-layered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8728" y="2267210"/>
            <a:ext cx="5272888" cy="3740900"/>
          </a:xfrm>
          <a:prstGeom prst="rect">
            <a:avLst/>
          </a:prstGeom>
        </p:spPr>
      </p:pic>
      <p:sp>
        <p:nvSpPr>
          <p:cNvPr id="10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2026-09-22T05:17:36Z</dcterms:created>
  <dcterms:modified xsi:type="dcterms:W3CDTF">2026-09-22T05:17:36Z</dcterms:modified>
</cp:coreProperties>
</file>
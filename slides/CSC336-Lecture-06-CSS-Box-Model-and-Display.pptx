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CSS Box Model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Display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 is a rectangular box — understanding its size and behavior is the core of CSS layout.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layers of the box model: content, padding, border, and margin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060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collapsing, and why it surprises beginners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39242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1927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box-sizing: content-box vs. border-box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0565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size with width, height, and min-/max- constraints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1888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45736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property: block, inline, inline-block, and none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321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technique: turning a &lt;ul&gt; into a horizontal menu with display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Nested Layers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— the actual text, image, or other content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— transparent space inside the border, colored by the background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— a line (or nothing) drawn around the padding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— transparent space outside the border, never filled with color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Layers,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box-model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248" y="2057400"/>
            <a:ext cx="5791200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Adjacent Vertical Margins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.box-one { margin-bottom: 30px;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.box-two { margin-top: 20px;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48456"/>
            <a:ext cx="10911535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might expect a 50px gap — but margin collapsing means the actual gap is only 30px, the LARGER of the two.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 Collapsing,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margin-collaps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6450" y="2057400"/>
            <a:ext cx="679879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Happens Vertically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 applies only to top/bottom margins of block elements in normal flow. It never happens with left/right margins, or with flex, grid, floats, or absolute positioning.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content-box (Default) vs. border-box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374136"/>
          </a:xfrm>
          <a:prstGeom prst="roundRect">
            <a:avLst>
              <a:gd name="adj" fmla="val 216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content-box: padding + border ADD to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 { box-sizing: content-box; width: 300px; padding: 20px; border: 2px solid;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actual rendered width = 344px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border-box: padding + border are INCLUDED in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 { box-sizing: border-box; width: 300px; padding: 20px; border: 2px solid;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actual rendered width = exactly 300px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Width, Different Sizing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width, padding, and border on both — content-box renders visibly wider than border-box.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6/box-sizing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04178"/>
            <a:ext cx="10911535" cy="24955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border-box: The Practical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border-box makes sizing far more predictable, most real style sheets start with *, *::before, *::after { box-sizing: border-box; } as a site-wide reset.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min-/max- Constraints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 caps how wide a box can grow — never wider than 1000px, even on a huge screen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 / min-height set a floor the box will never shrink below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they let a box scale down on narrow screens but stop growing past a sensible limit on wide monitors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block, inline, inline-block, none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— starts a new line, fills the full available width (div, p, h1-h6, ul)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— flows within text, width/height are ignored (span, a, strong)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— flows inline, but respects width/height/vertical margin (nav links, buttons)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removed from the page entirely, taking up no space at all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Four Values,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display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8315" y="2057400"/>
            <a:ext cx="547506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MIX-UP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display: none vs. visibility: hidden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.gone    { display: none; }      /* removed entirely — no space reserved  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.invisible { visibility: hidden; } /* invisible, but still takes up its space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48456"/>
            <a:ext cx="10911535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Toggling display: none with JavaScript reflows the page (neighbors shift to fill the gap); visibility: hidden leaves a blank gap where the element used to be.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IN PRACTICE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Row of Equal-Sized Buttons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.btn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inline-block;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width: 120px;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text-align: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padding: 10px 0;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margin-right: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is what lets several fixed-width buttons sit on one line, side by side, without giving up width/height control the way plain inline would.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a &lt;ul&gt; Into a Horizontal Menu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.menu { list-style: none; margin: 0; padding: 0;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.menu li { display: inline-block; margin-right: 20px;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48456"/>
            <a:ext cx="10911535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is block by default — this one change turns a vertical list into a horizontal menu, with no HTML change at all.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and After,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ul-menu-dis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5372" y="2057400"/>
            <a:ext cx="7160950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Build a Menu This Way?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nav menu IS, conceptually, a list of links — that's exactly what it is to a screen reader and a search engine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readers announce it as a list, telling users how many links there are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HTML never has to change later — redesign to a dropdown or hamburger menu by changing only CSS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Borders, Radius, and Shadow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374136"/>
          </a:xfrm>
          <a:prstGeom prst="roundRect">
            <a:avLst>
              <a:gd name="adj" fmla="val 216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border: 2px solid #333;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border-radius: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4px 8px rgba(0,0,0,0.2);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.avatar { border-radius: 50%; }  /* a circle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Spacing Techniques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spacing scale — pick a small set of values (4px, 8px, 16px, 24px) and only ever use those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— define --space-md: 16px once in :root, reuse everywhere with var(--space-md)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whole site's spacing rhythm by editing one value in :root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6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box has four layers: content, padding, border, margin — vertically adjacent margins can collapse to the larger value.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box-sizing: border-box makes padding and border count inside your width, and is the practical default.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min-/max-width/height add flexible constraints on top of a base size.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controls layout behavior: block fills width, inline flows in text, inline-block combines both, none removes the element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&lt;ul&gt; styled with li { display: inline-block; } is a real way to build a menu without losing list semantics.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border-radius, box-shadow, and CSS custom properties keep a design finished and consistent.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6: The CSS Box Model and Display</dc:title>
  <dc:subject>CSC336 Web Technologies</dc:subject>
  <dc:creator>Usman Akram</dc:creator>
  <cp:lastModifiedBy>Usman Akram</cp:lastModifiedBy>
  <cp:revision>1</cp:revision>
  <dcterms:created xsi:type="dcterms:W3CDTF">2026-09-13T11:44:20Z</dcterms:created>
  <dcterms:modified xsi:type="dcterms:W3CDTF">2026-09-13T11:44:20Z</dcterms:modified>
</cp:coreProperties>
</file>
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 Positioning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Stacking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elements out of normal flow — moving, pinning, and layering them — plus floats, an older tool you'll still see.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document flow and static positioning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positioning schemes: relative, absolute, fixed, and sticky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properties and the containing block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and stacking contexts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Floats, the clear property, overflow, and common layout pitfalls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 Flow and Static Positioning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flow: elements are placed one after another, in source order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element's position defaults to static — "follow normal flow, nothing special"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properties (top/right/bottom/left) have NO effect on a static element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POSITIONING SCHEMES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Ways to Lay Out an Element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flow, relative (shifted but reserved), absolute (pinned to an ancestor), fixed (pinned to the viewport), sticky (relative, then fixed).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7/position-values-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POSITIONING SCHEMES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relative, absolute, fixed, sticky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normal flow (space still reserved), then shifts visually via offsets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from flow; positioned against its nearest positioned ancestor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from flow; positioned against the browser viewport, stays put when scrolled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sticky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Behaves like relative until a scroll threshold, then like fixed within its parent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PATTERN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 Parent, Absolute Child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90088"/>
          </a:xfrm>
          <a:prstGeom prst="roundRect">
            <a:avLst>
              <a:gd name="adj" fmla="val 2446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position: relative;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.badge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absolute;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8px; right: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84648"/>
            <a:ext cx="1091153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.card becomes the containing block, so the badge is pinned to the card's corner, not the whole page.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PATTERN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Badge,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card-bad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z-index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53896"/>
          </a:xfrm>
          <a:prstGeom prst="roundRect">
            <a:avLst>
              <a:gd name="adj" fmla="val 503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.back  { position: absolute; z-index: 1;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.front { position: absolute; z-index: 2; }  /* drawn on top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48456"/>
            <a:ext cx="10911535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only works on positioned elements (not static) — a higher value draws on top among overlapping elements.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z-index,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z-index-stac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Stacking Contexts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stacking context is a self-contained layer for z-index comparisons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+ z-index, opacity &lt; 1, or transform can create a new stacking context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values only compare WITHIN the same stacking context — a huge z-index can still lose if it's trapped inside an ancestor's context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float: left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69848"/>
          </a:xfrm>
          <a:prstGeom prst="roundRect">
            <a:avLst>
              <a:gd name="adj" fmla="val 68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.image { float: left; margin-right: 15px;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64408"/>
            <a:ext cx="10911535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for text wrapping around an image. A floated element shifts to one edge; other content flows around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Wrapping a Float,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float-wr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clear Property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/ right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below any preceding left- / right-floated elements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below floats on either side — by far the most common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clearing — free to sit beside a float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Collapsing Parent Problem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06040"/>
          </a:xfrm>
          <a:prstGeom prst="roundRect">
            <a:avLst>
              <a:gd name="adj" fmla="val 280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.clearfix::after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content: "";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block;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clear: both;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006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child is floated, a container collapses to zero height. .clearfix adds an invisible element with clear: both to force the parent to contain its floated children again.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Clearfix, Before and After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clearfix-before-af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Containing Floats — a Simpler Alternative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visible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spills outside the box, still visible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that doesn't fit is clipped and hidden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scroll / auto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scrollbars always / only when content actually overflows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Visible vs. Hidden,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7/overflow-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One-Line Clearfix Alternative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overflow: hidden (or auto) on a float's parent fixes the collapsing-parent problem too, in one line. Trade-off: it also clips any OTHER content that overflows that container, like a dropdown or tooltip — the .clearfix trick is the safer, general-purpose tool.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Layout Pitfalls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position: absolute without a relative ancestor jumps relative to the whole page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"not working" is almost always a stacking-context issue on an ancestor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position: fixed element is fixed to the viewport, not to a scrolling div — you likely want sticky instead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7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 places elements in source order; position: static means "stay in flow," and offsets do nothing on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shifts an element while reserving its space; absolute/fixed remove it from flow entirely; sticky is a hybrid.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containing block for absolute is the nearest positioned ancestor — the relative-parent, absolute-child pattern.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only compares within the same stacking context.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 pull an element aside and let content wrap it; a floats-only container can collapse unless cleared or given overflow other than visible.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flexbox and grid for modern layout; understand floats mainly to read older code.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7: CSS Positioning and Stacking</dc:title>
  <dc:subject>CSC336 Web Technologies</dc:subject>
  <dc:creator>Usman Akram</dc:creator>
  <cp:lastModifiedBy>Usman Akram</cp:lastModifiedBy>
  <cp:revision>1</cp:revision>
  <dcterms:created xsi:type="dcterms:W3CDTF">2026-09-13T11:17:52Z</dcterms:created>
  <dcterms:modified xsi:type="dcterms:W3CDTF">2026-09-13T11:17:52Z</dcterms:modified>
</cp:coreProperties>
</file>
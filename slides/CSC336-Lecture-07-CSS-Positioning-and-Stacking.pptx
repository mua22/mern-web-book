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Positioning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Stacking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elements out of normal flow — moving, pinning, and layering them — plus floats, an older tool you'll still see.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document flow and static positioning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positioning schemes: relative, absolute, fixed, and sticky — with a worked example of 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properties, the containing block, and a common mistake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and stacking contexts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 — left, right, side-by-side columns, clearing, and common gotchas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Flow and Static Positioning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flow: elements are placed one after another, in source order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element's position defaults to static — "follow normal flow, nothing special"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properties (top/right/bottom/left) have NO effect on a static element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 SCHEMES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Lay Out an Element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flow, relative (shifted but reserved), absolute (pinned to an ancestor), fixed (pinned to the viewport), sticky (relative, then fixed).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09900"/>
            <a:ext cx="5272888" cy="2529840"/>
          </a:xfrm>
          <a:prstGeom prst="roundRect">
            <a:avLst>
              <a:gd name="adj" fmla="val 28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3238500"/>
            <a:ext cx="4632808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.static   { position: static;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.relative { position: relative;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top: 10px; left: 20px;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.absolute { position: absolute;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top: 0; right: 0;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.fixed    { position: fixed;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bottom: 20px; right: 20px;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.sticky   { position: sticky; top: 0;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69000" y="2221992"/>
            <a:ext cx="5492344" cy="4105656"/>
          </a:xfrm>
          <a:prstGeom prst="roundRect">
            <a:avLst>
              <a:gd name="adj" fmla="val 133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8" name="Image 0" descr="D:/GitHub/mern-web-book/docs/assets/img/lecture-07/position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3365701"/>
            <a:ext cx="5272888" cy="1818237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1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244215"/>
            <a:ext cx="5272888" cy="1786890"/>
          </a:xfrm>
          <a:prstGeom prst="roundRect">
            <a:avLst>
              <a:gd name="adj" fmla="val 409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472815"/>
            <a:ext cx="4632808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relative;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10px;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left: 20px;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7/relative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792717"/>
            <a:ext cx="5272888" cy="268988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2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244215"/>
            <a:ext cx="5272888" cy="1786890"/>
          </a:xfrm>
          <a:prstGeom prst="roundRect">
            <a:avLst>
              <a:gd name="adj" fmla="val 409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472815"/>
            <a:ext cx="4632808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absolute;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0;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right: 0;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7/absolute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703648"/>
            <a:ext cx="5272888" cy="2868023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3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244215"/>
            <a:ext cx="5272888" cy="1786890"/>
          </a:xfrm>
          <a:prstGeom prst="roundRect">
            <a:avLst>
              <a:gd name="adj" fmla="val 409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472815"/>
            <a:ext cx="4632808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.back-to-top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fixed;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bottom: 20px;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right: 20px;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7/fixed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619033"/>
            <a:ext cx="5272888" cy="303725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4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368040"/>
            <a:ext cx="5272888" cy="1539240"/>
          </a:xfrm>
          <a:prstGeom prst="roundRect">
            <a:avLst>
              <a:gd name="adj" fmla="val 475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596640"/>
            <a:ext cx="4632808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.section-heading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sticky;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0;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7/sticky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863973"/>
            <a:ext cx="5272888" cy="254737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relative, absolute, fixed, sticky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in normal flow (space still reserved), then shifts visually via offsets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from flow; positioned against its nearest positioned ancestor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from flow; positioned against the browser viewport, stays put when scrolled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Behaves like relative until a scroll threshold, then like fixed within its parent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PATTERN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Parent, Absolute Child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position: relative;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.badge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absolute;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8px; right: 8px;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.card becomes the containing block, so the badge is pinned to the card's corner, not the whole page.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PATTERN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Badge,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7/card-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2461260"/>
            <a:ext cx="9692640" cy="330708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MISTAKE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Without a Positioned Ancestor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          &lt;!-- position NOT set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class="badge"&gt;New&lt;/span&gt;  &lt;!-- position: absolute; top:8px; right:8px;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position: relative on .card, .badge's containing block becomes the whole page — it jumps to the page's top-right corner, not the card's.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ORDER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z-index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.back  { position: absolute; z-index: 1;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.front { position: absolute; z-index: 2; }  /* drawn on top */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76600"/>
            <a:ext cx="1091153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only works on positioned elements (not static) — a higher value draws on top among overlapping elements.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ORDER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z-index,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7/z-index-st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138" y="2057400"/>
            <a:ext cx="5387419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ORDER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Contexts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stacking context is a self-contained layer for z-index comparisons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z-index, opacity &lt; 1, or transform can create a new stacking context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values only compare WITHIN the same stacking context — a huge z-index can still lose if it's trapped inside an ancestor's context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float: left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.image { float: left; margin-right: 15px;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9900"/>
            <a:ext cx="10911535" cy="325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for text wrapping around an image. A floated element shifts to one edge; other content flows around it.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Wrapping a Float,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7/float-w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89" y="2057400"/>
            <a:ext cx="10740118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float: right — the Mirror Image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.image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float: right;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margin-left: 15px;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idea, flipped: the image sits at the right edge, and text wraps along its left side instead.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Classic Two-Column Layout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.sidebar { float: left;  width: 25%;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.main    { float: left;  width: 75%;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class="sidebar"&gt;...&lt;/div&gt;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class="main"&gt;...&lt;/div&gt;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flexbox and grid existed, this float + matching-width pattern was the standard way to place two columns side by side.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 Gotchas Worth Knowing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floated element needs an explicit width — without one, it can shrink to fit its content unpredictably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an inline element (like a &lt;span&gt;) makes it behave like a block for sizing purposes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 only affects the elements AFTER it in the HTML — it never moves content that comes before it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 Property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/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below any preceding left- / right-floated elements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below floats on either side — by far the most common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clearing — free to sit beside a 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clear, on Its 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491865"/>
            <a:ext cx="5272888" cy="1291590"/>
          </a:xfrm>
          <a:prstGeom prst="roundRect">
            <a:avLst>
              <a:gd name="adj" fmla="val 566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720465"/>
            <a:ext cx="463280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class="photo" style="float:left;"&gt;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&lt;p&gt;Text wraps the photo.&lt;/p&gt;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 style="clear: both;"&gt;Next Section&lt;/h2&gt;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7/clear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2494336"/>
            <a:ext cx="5272888" cy="3286648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Collapsing Parent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.clearfix::after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 "";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block;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clear: both;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child is floated, a container collapses to zero height. .clearfix adds an invisible element with clear: both to force the parent to contain its floated children again.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Clearfix, Before and After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D:/GitHub/mern-web-book/docs/assets/img/lecture-07/clearfix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5650" y="2057400"/>
            <a:ext cx="6420394" cy="41148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Containing Floats — a Simpler Alternative</a:t>
            </a:r>
            <a:endParaRPr lang="en-US" sz="3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spills outside the box, still visible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that doesn't fit is clipped and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 /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scrollbars always / only when content actually overflows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vs. Hidden,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977390"/>
          </a:xfrm>
          <a:prstGeom prst="roundRect">
            <a:avLst>
              <a:gd name="adj" fmla="val 369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100px;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overflow: visible; /* default: extra content spills out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overflow: hidden;  clips content that doesn't fit 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107942"/>
            <a:ext cx="11130991" cy="2219706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07/overflow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738" y="4217670"/>
            <a:ext cx="10652219" cy="20002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One-Line Clearfix Alternative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hidden (or auto) on a float's parent fixes the collapsing-parent problem too, in one line. Trade-off: it also clips any OTHER content that overflows that container, like a dropdown or tooltip — the .clearfix trick is the safer, general-purpose tool.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Layout Pitfalls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absolute without a relative ancestor jumps relative to the whole page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"not working" is almost always a stacking-context issue on an ancestor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position: fixed element is fixed to the viewport, not to a scrolling div — you likely want sticky instead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36168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floated element with no explicit width, or an un-cleared float, are the two most common float bugs</a:t>
            </a:r>
            <a:endParaRPr lang="en-US" sz="15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7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 places elements in source order; position: static means "stay in flow," and offsets do nothing on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shifts an element while reserving its space; absolute/fixed remove it from flow entirely; sticky is a hybrid.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containing block for absolute is the nearest positioned ancestor — forgetting it sends the element to the whole page.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only compares within the same stacking context.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left/right pulls an element aside and wraps content around it — give it a width, and clear or contain its parent.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flexbox and grid for modern layout; understand floats mainly to read older code.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CSS Positioning and Stacking</dc:title>
  <dc:subject>CSC336 Web Technologies</dc:subject>
  <dc:creator>Usman Akram</dc:creator>
  <cp:lastModifiedBy>Usman Akram</cp:lastModifiedBy>
  <cp:revision>1</cp:revision>
  <dcterms:created xsi:type="dcterms:W3CDTF">2026-09-22T05:17:37Z</dcterms:created>
  <dcterms:modified xsi:type="dcterms:W3CDTF">2026-09-22T05:17:37Z</dcterms:modified>
</cp:coreProperties>
</file>
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Positioning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Stacking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elements out of normal flow — moving, pinning, and layering them — plus floats, an older tool you'll still see.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document flow and static positioning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positioning schemes: relative, absolute, fixed, and sticky — with a worked example of each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properties, the containing block, and a common mistake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and stacking contexts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 — left, right, side-by-side columns, clearing, and common gotchas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 Flow and Static Positioning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flow: elements are placed one after another, in source order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element's position defaults to static — "follow normal flow, nothing special"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properties (top/right/bottom/left) have NO effect on a static element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POSITIONING SCHEMES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Ways to Lay Out an Element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flow, relative (shifted but reserved), absolute (pinned to an ancestor), fixed (pinned to the viewport), sticky (relative, then fixed).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7/position-values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543" y="2331720"/>
            <a:ext cx="2268610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1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relative;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10px;   /* 10px down from its normal spot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left: 20px;  /* 20px right of its normal spot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box's original space stays reserved — other elements behave as though it never moved, even though it's now drawn 10px/20px away.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2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absolute;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0;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right: 0;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from flow entirely — siblings slide into the space it used to occupy. Positioned against its containing block, not where it used to sit.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3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.back-to-top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fixed;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bottom: 20px;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right: 20px;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to the browser viewport — stays in the exact same screen spot even as the page scrolls. Classic use: a "back to top" button or a chat widget.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4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sticky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21992"/>
          </a:xfrm>
          <a:prstGeom prst="roundRect">
            <a:avLst>
              <a:gd name="adj" fmla="val 32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.section-heading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sticky;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0;  /* the threshold — required for sticky to do anything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416552"/>
            <a:ext cx="10911535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Behaves like relative until the page scrolls to the threshold, then sticks like fixed — but only within its own parent's boundaries.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relative, absolute, fixed, sticky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normal flow (space still reserved), then shifts visually via offsets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from flow; positioned against its nearest positioned ancestor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from flow; positioned against the browser viewport, stays put when scrolled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Behaves like relative until a scroll threshold, then like fixed within its parent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Parent, Absolute Child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90088"/>
          </a:xfrm>
          <a:prstGeom prst="roundRect">
            <a:avLst>
              <a:gd name="adj" fmla="val 244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position: relative;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.badge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absolute;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8px; right: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84648"/>
            <a:ext cx="1091153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.card becomes the containing block, so the badge is pinned to the card's corner, not the whole page.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Badge,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card-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2461260"/>
            <a:ext cx="9692640" cy="3307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MISTAKE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 Without a Positioned Ancestor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class="card"&gt;          &lt;!-- position NOT set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&lt;span class="badge"&gt;New&lt;/span&gt;  &lt;!-- position: absolute; top:8px; right:8px;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32504"/>
            <a:ext cx="10911535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position: relative on .card, .badge's containing block becomes the whole page — it jumps to the page's top-right corner, not the card's.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z-index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.back  { position: absolute; z-index: 1;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.front { position: absolute; z-index: 2; }  /* drawn on top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0911535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only works on positioned elements (not static) — a higher value draws on top among overlapping elements.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z-index,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z-index-sta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2138" y="2057400"/>
            <a:ext cx="5387419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Stacking Contexts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stacking context is a self-contained layer for z-index comparisons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+ z-index, opacity &lt; 1, or transform can create a new stacking context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values only compare WITHIN the same stacking context — a huge z-index can still lose if it's trapped inside an ancestor's context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float: left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.image { float: left; margin-right: 15px;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64408"/>
            <a:ext cx="10911535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for text wrapping around an image. A floated element shifts to one edge; other content flows around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Wrapping a Float,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float-wr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89" y="2057400"/>
            <a:ext cx="10740118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float: right — the Mirror Image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21992"/>
          </a:xfrm>
          <a:prstGeom prst="roundRect">
            <a:avLst>
              <a:gd name="adj" fmla="val 32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.image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float: right;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margin-left: 15px;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416552"/>
            <a:ext cx="10911535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same idea, flipped: the image sits at the right edge, and text wraps along its left side instead.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Classic Two-Column Layout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.sidebar { float: left;  width: 25%;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.main    { float: left;  width: 75%;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class="sidebar"&gt;...&lt;/div&gt;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class="main"&gt;...&lt;/div&gt;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flexbox and grid existed, this float + matching-width pattern was the standard way to place two columns side by side.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 Gotchas Worth Knowing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floated element needs an explicit width — without one, it can shrink to fit its content unpredictably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an inline element (like a &lt;span&gt;) makes it behave like a block for sizing purposes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 only affects the elements AFTER it in the HTML — it never moves content that comes before it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clear Property</a:t>
            </a:r>
            <a:endParaRPr lang="en-US" sz="3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/ 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below any preceding left- / right-floated 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below floats on either side — by far the most common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clearing — free to sit beside a float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clear, on Its Own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class="photo" style="float:left;" ...&gt;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&lt;p&gt;Text wraps the floated photo.&lt;/p&gt;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 style="clear: both;"&gt;Next Section&lt;/h2&gt;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32504"/>
            <a:ext cx="10911535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clear: both, the heading could get squeezed into the space beside the float instead of starting cleanly below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Collapsing Parent Problem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.clearfix::after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content: "";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block;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clear: both;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child is floated, a container collapses to zero height. .clearfix adds an invisible element with clear: both to force the parent to contain its floated children again.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Clearfix, Before and After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clearfix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5650" y="2057400"/>
            <a:ext cx="642039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Containing Floats — a Simpler Alternative</a:t>
            </a:r>
            <a:endParaRPr lang="en-US" sz="3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visible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spills outside the box, still visible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that doesn't fit is clipped and 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scroll / auto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scrollbars always / only when content actually overflows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Visible vs. Hidden,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overflow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031" y="2057400"/>
            <a:ext cx="1050563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One-Line Clearfix Alternative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overflow: hidden (or auto) on a float's parent fixes the collapsing-parent problem too, in one line. Trade-off: it also clips any OTHER content that overflows that container, like a dropdown or tooltip — the .clearfix trick is the safer, general-purpose tool.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Layout Pitfalls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position: absolute without a relative ancestor jumps relative to the whole page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"not working" is almost always a stacking-context issue on an ancestor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position: fixed element is fixed to the viewport, not to a scrolling div — you likely want sticky instead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floated element with no explicit width, or an un-cleared float, are the two most common float bugs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7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 places elements in source order; position: static means "stay in flow," and offsets do nothing on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shifts an element while reserving its space; absolute/fixed remove it from flow entirely; sticky is a hybrid.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containing block for absolute is the nearest positioned ancestor — forgetting it sends the element to the whole page.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only compares within the same stacking context.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float: left/right pulls an element aside and wraps content around it — give it a width, and clear or contain its parent.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flexbox and grid for modern layout; understand floats mainly to read older code.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7: CSS Positioning and Stacking</dc:title>
  <dc:subject>CSC336 Web Technologies</dc:subject>
  <dc:creator>Usman Akram</dc:creator>
  <cp:lastModifiedBy>Usman Akram</cp:lastModifiedBy>
  <cp:revision>1</cp:revision>
  <dcterms:created xsi:type="dcterms:W3CDTF">2026-09-13T11:41:50Z</dcterms:created>
  <dcterms:modified xsi:type="dcterms:W3CDTF">2026-09-13T11:41:50Z</dcterms:modified>
</cp:coreProperties>
</file>
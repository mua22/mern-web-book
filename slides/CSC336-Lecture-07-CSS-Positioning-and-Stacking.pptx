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 — with a worked example of each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properties, the containing block, and a common mistake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— left, right, side-by-side columns, clearing, and common gotchas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.static   { position: static;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.relative { position: relative; top: 10px; left: 20px;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.absolute { position: absolute; top: 0; right: 0;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.fixed    { position: fixed; bottom: 20px; right: 20px;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.sticky   { position: sticky; top: 0; 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144137"/>
            <a:ext cx="11130991" cy="2183511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07/position-values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5754" y="4253865"/>
            <a:ext cx="1160187" cy="196405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1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relative;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10px;   /* 10px down from its normal spot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left: 20px;  /* 20px right of its normal spot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box's original space stays reserved — other elements behave as though it never moved, even though it's now drawn 10px/20px away.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2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flow entirely — siblings slide into the space it used to occupy. Positioned against its containing block, not where it used to sit.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3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.back-to-top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fixed;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bottom: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to the browser viewport — stays in the exact same screen spot even as the page scrolls. Classic use: a "back to top" button or a chat widget.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4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sticky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.section-heading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sticky;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  /* the threshold — required for sticky to do anything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Behaves like relative until the page scrolls to the threshold, then sticks like fixed — but only within its own parent's boundaries.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2461260"/>
            <a:ext cx="9692640" cy="3307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Without a Positioned Ancestor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          &lt;!-- position NOT set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&lt;span class="badge"&gt;New&lt;/span&gt;  &lt;!-- position: absolute; top:8px; right:8px;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position: relative on .card, .badge's containing block becomes the whole page — it jumps to the page's top-right corner, not the card's.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2138" y="2057400"/>
            <a:ext cx="53874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89" y="2057400"/>
            <a:ext cx="107401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right — the Mirror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float: right;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margin-left: 15px;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same idea, flipped: the image sits at the right edge, and text wraps along its left side instead.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Two-Column Layout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.sidebar { float: left;  width: 25%;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.main    { float: left;  width: 75%;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class="sidebar"&gt;...&lt;/div&gt;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class="main"&gt;...&lt;/div&gt;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flexbox and grid existed, this float + matching-width pattern was the standard way to place two columns side by side.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 Gotchas Worth Knowing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needs an explicit width — without one, it can shrink to fit its content unpredictably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an inline element (like a &lt;span&gt;) makes it behave like a block for sizing purposes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only affects the elements AFTER it in the HTML — it never moves content that comes before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on Its 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class="photo" style="float:left;" ...&gt;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&lt;p&gt;Text wraps the floated photo.&lt;/p&gt;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 style="clear: both;"&gt;Next Section&lt;/h2&gt;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clear: both, the heading could get squeezed into the space beside the float instead of starting cleanly below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5650" y="2057400"/>
            <a:ext cx="64203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200px;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100px;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overflow: visible; /* default: extra content spills out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overflow: hidden;  clips content that doesn't fit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2395" y="4217670"/>
            <a:ext cx="5106905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with no explicit width, or an un-cleared float, are the two most common float bugs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forgetting it sends the element to the whole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left/right pulls an element aside and wraps content around it — give it a width, and clear or contain its parent.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2026-09-13T18:26:57Z</dcterms:created>
  <dcterms:modified xsi:type="dcterms:W3CDTF">2026-09-13T18:26:57Z</dcterms:modified>
</cp:coreProperties>
</file>
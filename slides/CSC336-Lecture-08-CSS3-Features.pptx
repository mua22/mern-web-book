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cuinotes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cuinotes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uinotes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4" Type="http://schemas.openxmlformats.org/officeDocument/2006/relationships/hyperlink" Target="https://cuinotes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cuinotes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4" Type="http://schemas.openxmlformats.org/officeDocument/2006/relationships/hyperlink" Target="https://cuinotes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hyperlink" Target="https://cuinotes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4" Type="http://schemas.openxmlformats.org/officeDocument/2006/relationships/hyperlink" Target="https://cuinotes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hyperlink" Target="https://cuinotes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4" Type="http://schemas.openxmlformats.org/officeDocument/2006/relationships/hyperlink" Target="https://cuinotes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hyperlink" Target="https://cuinotes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uinotes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hyperlink" Target="https://cuinotes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4" Type="http://schemas.openxmlformats.org/officeDocument/2006/relationships/hyperlink" Target="https://cuinotes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4" Type="http://schemas.openxmlformats.org/officeDocument/2006/relationships/hyperlink" Target="https://cuinotes.co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4" Type="http://schemas.openxmlformats.org/officeDocument/2006/relationships/hyperlink" Target="https://cuinotes.com" TargetMode="External"/><Relationship Id="rId5" Type="http://schemas.openxmlformats.org/officeDocument/2006/relationships/hyperlink" Target="https://www.w3schools.com/css/tryit.asp?filename=trycss3_animation3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cuinotes.co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cuinotes.co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uinotes.com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uinotes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4" Type="http://schemas.openxmlformats.org/officeDocument/2006/relationships/hyperlink" Target="https://cuinotes.com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cuinotes.com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cuinotes.com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cuinotes.com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uinote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8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CSS3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Rounded corners, gradients, shadows, transforms, and animation — visual polish with pure CSS.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Rounded corners, gradients, shadows, and opacity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2D/3D transforms, transitions, and keyframe animations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fonts, icon fonts, and CSS custom properties (variables)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queries, feature queries, and cross-browser compatibility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prefixes, and why compatibility still matters</a:t>
            </a:r>
            <a:endParaRPr lang="en-US" sz="1500" dirty="0"/>
          </a:p>
        </p:txBody>
      </p:sp>
      <p:sp>
        <p:nvSpPr>
          <p:cNvPr id="2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border-radius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 border-radius: 12px;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.avatar { border-radius: 50%; }  /* a perfect circle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.bubble { border-radius: 20px 20px 20px 0;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43300"/>
            <a:ext cx="10911535" cy="272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pixel value rounds by a fixed amount; a percentage rounds relative to the element's own size.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border-radius,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D:/GitHub/mern-web-book/docs/assets/img/lecture-08/border-radius-sha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80895"/>
            <a:ext cx="10911535" cy="3467810"/>
          </a:xfrm>
          <a:prstGeom prst="rect">
            <a:avLst/>
          </a:prstGeom>
        </p:spPr>
      </p:pic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Linear and Radial Gradients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.banner    { background: linear-gradient(to right, #4facfe, #00f2fe);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.spotlight { background: radial-gradient(circle, #fff, #333);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.diagonal  { background: linear-gradient(45deg, orange, red); }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D:/GitHub/mern-web-book/docs/assets/img/lecture-08/gradients-linear-radial-diago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784957"/>
            <a:ext cx="10911535" cy="2659687"/>
          </a:xfrm>
          <a:prstGeom prst="rect">
            <a:avLst/>
          </a:prstGeom>
        </p:spPr>
      </p:pic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Color Stops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977390"/>
          </a:xfrm>
          <a:prstGeom prst="roundRect">
            <a:avLst>
              <a:gd name="adj" fmla="val 3699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520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.rainbow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background: linear-gradient(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 right,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red 0%, yellow 25%, green 50%, blue 75%, violet 100%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107942"/>
            <a:ext cx="11130991" cy="2219706"/>
          </a:xfrm>
          <a:prstGeom prst="roundRect">
            <a:avLst>
              <a:gd name="adj" fmla="val 247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08/gradient-rainbow-sto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853" y="4217670"/>
            <a:ext cx="9447989" cy="200025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box-shadow on Hover — Live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Genuinely live on the deployed page — shown here at both states.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1977390"/>
          </a:xfrm>
          <a:prstGeom prst="roundRect">
            <a:avLst>
              <a:gd name="adj" fmla="val 3699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1520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box-shadow: 0 4px 10px rgba(0, 0, 0, 0.2);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.card:hover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box-shadow: 0 8px 20px rgba(0, 0, 0, 0.35);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4382262"/>
            <a:ext cx="11130991" cy="1945386"/>
          </a:xfrm>
          <a:prstGeom prst="roundRect">
            <a:avLst>
              <a:gd name="adj" fmla="val 282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8" name="Image 0" descr="D:/GitHub/mern-web-book/slides/assets/lecture-08/shadow-h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1498" y="4491990"/>
            <a:ext cx="6768698" cy="1725930"/>
          </a:xfrm>
          <a:prstGeom prst="rect">
            <a:avLst/>
          </a:prstGeom>
        </p:spPr>
      </p:pic>
      <p:sp>
        <p:nvSpPr>
          <p:cNvPr id="1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text-shadow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263015"/>
          </a:xfrm>
          <a:prstGeom prst="roundRect">
            <a:avLst>
              <a:gd name="adj" fmla="val 579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h1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text-shadow: 2px 2px 4px rgba(0, 0, 0, 0.5);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393567"/>
            <a:ext cx="11130991" cy="2934081"/>
          </a:xfrm>
          <a:prstGeom prst="roundRect">
            <a:avLst>
              <a:gd name="adj" fmla="val 187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08/text-shadow-hea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608" y="3877627"/>
            <a:ext cx="9936480" cy="196596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Shadows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24890"/>
          </a:xfrm>
          <a:prstGeom prst="roundRect">
            <a:avLst>
              <a:gd name="adj" fmla="val 713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567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box-shadow: 0 1px 2px #000, 0 0 20px gold;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stack shadows by separating them with commas */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155442"/>
            <a:ext cx="11130991" cy="3172206"/>
          </a:xfrm>
          <a:prstGeom prst="roundRect">
            <a:avLst>
              <a:gd name="adj" fmla="val 173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08/multiple-shadows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8964" y="3265170"/>
            <a:ext cx="3713768" cy="295275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OPACITY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opacity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opacity fades EVERYTHING inside, including text; use rgba() for a transparent background with solid text.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1263015"/>
          </a:xfrm>
          <a:prstGeom prst="roundRect">
            <a:avLst>
              <a:gd name="adj" fmla="val 579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.faded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opacity: 0.5; /* 50% transparent */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3667887"/>
            <a:ext cx="11130991" cy="2659761"/>
          </a:xfrm>
          <a:prstGeom prst="roundRect">
            <a:avLst>
              <a:gd name="adj" fmla="val 206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8" name="Image 0" descr="D:/GitHub/mern-web-book/docs/assets/img/lecture-08/opacity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04335" y="3777615"/>
            <a:ext cx="5383026" cy="2440305"/>
          </a:xfrm>
          <a:prstGeom prst="rect">
            <a:avLst/>
          </a:prstGeom>
        </p:spPr>
      </p:pic>
      <p:sp>
        <p:nvSpPr>
          <p:cNvPr id="1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2D and 3D Transform Functions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3152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translate(x, y) / translateZ(z)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rotate(deg) / rotateX/Y/Z(deg)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Spins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scale(n) / scaleX/Y/Z(n)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Resizes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skew(deg)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Slants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2D Transforms,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9265"/>
          </a:xfrm>
          <a:prstGeom prst="roundRect">
            <a:avLst>
              <a:gd name="adj" fmla="val 4206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282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  { transform: rotate(15deg);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.box2 { transform: scale(1.2);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.box3 { transform: translate(50px, 20px);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.box4 { transform: skew(10deg, 0deg);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.box5 { transform: translate(20px, 0) rotate(10deg) scale(1.1); 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869817"/>
            <a:ext cx="11130991" cy="2457831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08/transforms-2d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89819" y="3979545"/>
            <a:ext cx="4612058" cy="2238375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3D Hover Flip — Live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215515"/>
          </a:xfrm>
          <a:prstGeom prst="roundRect">
            <a:avLst>
              <a:gd name="adj" fmla="val 330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758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.scene { perspective: 800px;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.card-3d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transform: rotateY(25deg);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transition: transform 0.4s ease;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.card-3d:hover { transform: rotateY(0deg); 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346067"/>
            <a:ext cx="11130991" cy="1981581"/>
          </a:xfrm>
          <a:prstGeom prst="roundRect">
            <a:avLst>
              <a:gd name="adj" fmla="val 2769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slides/assets/lecture-08/card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93196" y="4455795"/>
            <a:ext cx="4805304" cy="1762125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Smooth Hover Transition — Live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53640"/>
          </a:xfrm>
          <a:prstGeom prst="roundRect">
            <a:avLst>
              <a:gd name="adj" fmla="val 29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96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background-color: royalblue;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transition: background-color 0.3s ease, transform 0.3s ease;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button:hover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background-color: darkblue;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transform: scale(1.05);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584192"/>
            <a:ext cx="11130991" cy="1743456"/>
          </a:xfrm>
          <a:prstGeom prst="roundRect">
            <a:avLst>
              <a:gd name="adj" fmla="val 3147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slides/assets/lecture-08/transition-bt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05632" y="4693920"/>
            <a:ext cx="4980432" cy="152400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KEYFRAME ANIMATIONS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@keyframes — Live and Looping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215515"/>
          </a:xfrm>
          <a:prstGeom prst="roundRect">
            <a:avLst>
              <a:gd name="adj" fmla="val 330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758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@keyframes bounce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0%   { transform: translateY(0);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50%  { transform: translateY(-20px);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100% { transform: translateY(0);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.ball { animation: bounce 1s ease-in-out infinite; 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346067"/>
            <a:ext cx="11130991" cy="1981581"/>
          </a:xfrm>
          <a:prstGeom prst="roundRect">
            <a:avLst>
              <a:gd name="adj" fmla="val 2769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slides/assets/lecture-08/bounce-fra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4601" y="4455795"/>
            <a:ext cx="5342494" cy="1762125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15400" y="4892040"/>
            <a:ext cx="2468880" cy="1097280"/>
          </a:xfrm>
          <a:prstGeom prst="roundRect">
            <a:avLst>
              <a:gd name="adj" fmla="val 12000"/>
            </a:avLst>
          </a:prstGeom>
          <a:solidFill>
            <a:srgbClr val="ECFBF7"/>
          </a:solidFill>
          <a:ln w="12700">
            <a:solidFill>
              <a:srgbClr val="2FB6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300" b="1">
                <a:solidFill>
                  <a:srgbClr val="1F7A67"/>
                </a:solidFill>
                <a:latin typeface="Calibri"/>
              </a:rPr>
              <a:t>▶ Try it yourself</a:t>
            </a:r>
          </a:p>
          <a:p>
            <a:pPr algn="ctr"/>
            <a:r>
              <a:rPr sz="1100">
                <a:solidFill>
                  <a:srgbClr val="2FB69E"/>
                </a:solidFill>
                <a:latin typeface="Calibri"/>
                <a:hlinkClick r:id="rId5"/>
              </a:rPr>
              <a:t>on W3Schools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Timing Functions</a:t>
            </a:r>
            <a:endParaRPr lang="en-US" sz="3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 speed, start to finish — feels mechanical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ease (default)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Starts slow, speeds up, ends slow — the most natural-feeling default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ease-in / ease-out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 start only / slow finish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cubic-bezier(...)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fully custom easing curve for a specific feel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transition vs. animation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transition for simple state changes (hover, focus, a toggled class). Use a keyframe animation for anything that plays on its own, loops, or needs more than a start and end state.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Fonts and Icon Fonts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fonts (Google Fonts, or @font-face) let every visitor see the exact same typeface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end a font-family list with a generic fallback: sans-serif, serif, monospace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 fonts let you use icons like text — resizable, colorable — though many projects now prefer inline SVG</a:t>
            </a:r>
            <a:endParaRPr lang="en-US" sz="1500" dirty="0"/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CSS Variables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:root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--main-color: #6c5ce7;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--spacing-unit: 8px;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.button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background-color: var(--main-color);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padding: calc(var(--spacing-unit) * 2);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live, real value in the browser — change it once in :root and every var(--main-color) usage updates instantly.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Rule, Two Colors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changed except the value of --main-color in scope — proof the variable controls the rendered color.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6" name="Image 0" descr="D:/GitHub/mern-web-book/docs/assets/img/lecture-08/custom-properties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35539"/>
            <a:ext cx="10911535" cy="3432843"/>
          </a:xfrm>
          <a:prstGeom prst="rect">
            <a:avLst/>
          </a:prstGeom>
        </p:spPr>
      </p:pic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ADAPTING TO DEVICES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 and Feature Queries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@media (min-width: 768px) { ... } adapts styles to screen size — the foundation of responsive design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@supports (display: grid) { ... } applies CSS only if the browser actually supports a feature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check something real about the current browser before applying their block</a:t>
            </a:r>
            <a:endParaRPr lang="en-US" sz="1500" dirty="0"/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 Prefixes</a:t>
            </a:r>
            <a:endParaRPr lang="en-US" sz="3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8638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Browser Engine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-webkit-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Chrome, Safari, newer 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-moz-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Firefox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-ms-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Internet Explorer / 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-o-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Opera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place the unprefixed, standard property LAST — Autoprefixer automates this in real projects.</a:t>
            </a:r>
            <a:endParaRPr lang="en-US" sz="1150" dirty="0"/>
          </a:p>
        </p:txBody>
      </p:sp>
      <p:sp>
        <p:nvSpPr>
          <p:cNvPr id="2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Vendor-Prefix Workflow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080760" y="2468880"/>
            <a:ext cx="9144" cy="1371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2468880" y="3063240"/>
            <a:ext cx="2377440" cy="96012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2743200" y="339699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experimental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0" y="3063240"/>
            <a:ext cx="2377440" cy="96012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589520" y="339699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No, well supported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68880" y="4709160"/>
            <a:ext cx="2560320" cy="3657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7132320" y="4709160"/>
            <a:ext cx="2560320" cy="3657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080760" y="5532120"/>
            <a:ext cx="9144" cy="22860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251960" y="2011680"/>
            <a:ext cx="3657600" cy="457200"/>
          </a:xfrm>
          <a:prstGeom prst="rect">
            <a:avLst/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306824" y="2011680"/>
            <a:ext cx="3547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CSS3 code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51960" y="2606040"/>
            <a:ext cx="3657600" cy="685800"/>
          </a:xfrm>
          <a:prstGeom prst="diamond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306824" y="2606040"/>
            <a:ext cx="3547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/ experimental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4023360"/>
            <a:ext cx="3291840" cy="68580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77824" y="4023360"/>
            <a:ext cx="3182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vendor prefixes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(-webkit- -moz- -ms- -o-),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property last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46720" y="4023360"/>
            <a:ext cx="3291840" cy="68580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101584" y="4023360"/>
            <a:ext cx="3182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standard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directly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480560" y="5074920"/>
            <a:ext cx="3200400" cy="45720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4535424" y="5074920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in multiple browsers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023360" y="5760720"/>
            <a:ext cx="4114800" cy="457200"/>
          </a:xfrm>
          <a:prstGeom prst="rect">
            <a:avLst/>
          </a:prstGeom>
          <a:solidFill>
            <a:srgbClr val="3FA66B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4078224" y="5760720"/>
            <a:ext cx="4005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look across Chrome, Firefox, Safari, Edge</a:t>
            </a:r>
            <a:endParaRPr lang="en-US" sz="1100" dirty="0"/>
          </a:p>
        </p:txBody>
      </p:sp>
      <p:sp>
        <p:nvSpPr>
          <p:cNvPr id="26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8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border-radius, gradients, box-shadow/text-shadow, and opacity build modern visual effects with no images.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565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956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6512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repositions/rotates/resizes without disturbing layout; 3D transforms need perspective on a parent.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271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3627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3568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animates between two states; @keyframes + animation define multi-step, looping animations.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custom properties (--name, read with var(--name)) power theming and dark mode from one place.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9682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968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7680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 adapt to screen size; feature queries (@supports) adapt to what the browser can render.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638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563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5473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prefixes exist for experimental features — always place the unprefixed property last.</a:t>
            </a:r>
            <a:endParaRPr lang="en-US" sz="125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8: CSS3 Features</dc:title>
  <dc:subject>CSC336 Web Technologies</dc:subject>
  <dc:creator>Usman Akram</dc:creator>
  <cp:lastModifiedBy>Usman Akram</cp:lastModifiedBy>
  <cp:revision>1</cp:revision>
  <dcterms:created xsi:type="dcterms:W3CDTF">2026-09-22T05:27:47Z</dcterms:created>
  <dcterms:modified xsi:type="dcterms:W3CDTF">2026-09-22T05:27:47Z</dcterms:modified>
</cp:coreProperties>
</file>
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CSS3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transforms, and animation — visual polish with pure CSS.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and opacity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2D/3D transforms, transitions, and keyframe animations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fonts, icon fonts, and CSS custom properties (variables)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queries, feature queries, and cross-browser compatibility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prefixes, and why compatibility still matters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border-radius: 12px;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perfect circle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.bubble { border-radius: 20px 20px 20px 0;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pixel value rounds by a fixed amount; a percentage rounds relative to the element's own size.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border-radius-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80895"/>
            <a:ext cx="10911535" cy="34678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and Radial Gradients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.banner    { background: linear-gradient(to right, #4facfe, #00f2fe);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.spotlight { background: radial-gradient(circle, #fff, #333);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.diagonal  { background: linear-gradient(45deg, orange, red);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gradients-linear-radial-diag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84957"/>
            <a:ext cx="10911535" cy="265968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Color Stops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.rainbow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background: linear-gradient(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 right,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red 0%, yellow 25%, green 50%, blue 75%, violet 100%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8/gradient-rainbow-st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853" y="4217670"/>
            <a:ext cx="9447989" cy="20002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box-shadow on Hover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live on the deployed page — shown here at both states.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10px rgba(0, 0, 0, 0.2);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.card:hover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8px 20px rgba(0, 0, 0, 0.35);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382262"/>
            <a:ext cx="11130991" cy="1945386"/>
          </a:xfrm>
          <a:prstGeom prst="roundRect">
            <a:avLst>
              <a:gd name="adj" fmla="val 282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slides/assets/lecture-08/shadow-h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1498" y="4491990"/>
            <a:ext cx="6768698" cy="172593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text-shadow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text-shadow: 2px 2px 4px rgba(0, 0, 0, 0.5);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8/text-shadow-he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608" y="3877627"/>
            <a:ext cx="9936480" cy="1965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Shadows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24890"/>
          </a:xfrm>
          <a:prstGeom prst="roundRect">
            <a:avLst>
              <a:gd name="adj" fmla="val 71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567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box-shadow: 0 1px 2px #000, 0 0 20px gold;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stack shadows by separating them with commas */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155442"/>
            <a:ext cx="11130991" cy="3172206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8/multiple-shadows-g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8964" y="3265170"/>
            <a:ext cx="3713768" cy="29527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opacity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 fades EVERYTHING inside, including text; use rgba() for a transparent background with solid text.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.faded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opacity: 0.5; /* 50% transparent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667887"/>
            <a:ext cx="11130991" cy="2659761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08/opacity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4335" y="3777615"/>
            <a:ext cx="5383026" cy="24403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and 3D Transform Functions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315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translate(x, y) / translateZ(z)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rotate(deg) / rotateX/Y/Z(deg)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scale(n) / scaleX/Y/Z(n)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Resizes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skew(deg)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Slants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Transforms,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 { transform: rotate(15deg);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.box2 { transform: scale(1.2);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.box3 { transform: translate(50px, 20px);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.box4 { transform: skew(10deg, 0deg);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.box5 { transform: translate(20px, 0) rotate(10deg) scale(1.1);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869817"/>
            <a:ext cx="11130991" cy="2457831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8/transforms-2d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89819" y="3979545"/>
            <a:ext cx="4612058" cy="22383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3D Hover Flip —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.scene { perspective: 800px;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.card-3d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transform: rotateY(25deg);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transition: transform 0.4s ease;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.card-3d:hover { transform: rotateY(0deg);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346067"/>
            <a:ext cx="11130991" cy="1981581"/>
          </a:xfrm>
          <a:prstGeom prst="roundRect">
            <a:avLst>
              <a:gd name="adj" fmla="val 276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8/card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93196" y="4455795"/>
            <a:ext cx="4805304" cy="17621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Smooth Hover Transition —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3640"/>
          </a:xfrm>
          <a:prstGeom prst="roundRect">
            <a:avLst>
              <a:gd name="adj" fmla="val 29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royalblue;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transition: background-color 0.3s ease, transform 0.3s ease;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button:hover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darkblue;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transform: scale(1.05);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84192"/>
            <a:ext cx="11130991" cy="1743456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8/transition-bt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5632" y="4693920"/>
            <a:ext cx="4980432" cy="152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 ANIMATIONS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@keyframes — Live and Looping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@keyframes bounce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0%   { transform: translateY(0);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50%  { transform: translateY(-20px);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100% { transform: translateY(0);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.ball { animation: bounce 1s ease-in-out infinite;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346067"/>
            <a:ext cx="11130991" cy="1981581"/>
          </a:xfrm>
          <a:prstGeom prst="roundRect">
            <a:avLst>
              <a:gd name="adj" fmla="val 276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8/bounce-fra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4601" y="4455795"/>
            <a:ext cx="5342494" cy="17621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Functions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speed, start to finish — feels mechanical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slow, speeds up, ends slow — the most natural-feeling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ease-in / ease-out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 start only / slow finish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cubic-bezier(...)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fully custom easing curve for a specific feel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 vs. animation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transition for simple state changes (hover, focus, a toggled class). Use a keyframe animation for anything that plays on its own, loops, or needs more than a start and end state.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Fonts and Icon Fonts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 (Google Fonts, or @font-face) let every visitor see the exact same typeface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end a font-family list with a generic fallback: sans-serif, serif, monospace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fonts let you use icons like text — resizable, colorable — though many projects now prefer inline SVG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Variables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:root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--main-color: #6c5ce7;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--spacing-unit: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.button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var(--main-color);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calc(var(--spacing-unit) * 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real value in the browser — change it once in :root and every var(--main-color) usage updates instantly.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Rule, Two Colors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changed except the value of --main-color in scope — proof the variable controls the rendered color.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custom-propertie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35539"/>
            <a:ext cx="10911535" cy="34328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TO DEVICES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and Feature Queries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@media (min-width: 768px) { ... } adapts styles to screen size — the foundation of responsive design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@supports (display: grid) { ... } applies CSS only if the browser actually supports a feature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check something real about the current browser before applying their block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Prefixes</a:t>
            </a:r>
            <a:endParaRPr lang="en-US" sz="3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863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Engine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-webkit-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Chrome, Safari, newer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-moz-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-ms-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Internet Explorer /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-o-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Opera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place the unprefixed, standard property LAST — Autoprefixer automates this in real projects.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8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gradients, box-shadow/text-shadow, and opacity build modern visual effects with no images.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repositions/rotates/resizes without disturbing layout; 3D transforms need perspective on a parent.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animates between two states; @keyframes + animation define multi-step, looping animations.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(--name, read with var(--name)) power theming and dark mode from one place.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adapt to screen size; feature queries (@supports) adapt to what the browser can render.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 exist for experimental features — always place the unprefixed property last.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8: CSS3 Features</dc:title>
  <dc:subject>CSC336 Web Technologies</dc:subject>
  <dc:creator>Usman Akram</dc:creator>
  <cp:lastModifiedBy>Usman Akram</cp:lastModifiedBy>
  <cp:revision>1</cp:revision>
  <dcterms:created xsi:type="dcterms:W3CDTF">2026-09-13T18:30:27Z</dcterms:created>
  <dcterms:modified xsi:type="dcterms:W3CDTF">2026-09-13T18:30:27Z</dcterms:modified>
</cp:coreProperties>
</file>
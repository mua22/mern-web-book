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transforms, and animation — visual polish with pure CSS.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corners, gradients, shadows, and opacity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transforms, transitions, and keyframe animations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fonts, icon fonts, and CSS custom properties (variables)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feature queries, and cross-browser compatibility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prefixes, and why compatibility still matters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border-radius: 12px;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perfect circle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.bubble { border-radius: 20px 20px 20px 0;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pixel value rounds by a fixed amount; a percentage rounds relative to the element's own size.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border-radius,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border-radius-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and Radial Gradients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   { background: linear-gradient(to right, #4facfe, #00f2fe);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.spotlight { background: radial-gradient(circle, #fff, #333);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.diagonal  { background: linear-gradient(45deg, orange, red);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gradients-linear-radial-diag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Color Stops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linear-gradient(to right, red 0%, yellow 25%, green 50%, blue 75%, violet 100%)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gradient-rainbow-sto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box-shadow on Hover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.card:hover { box-shadow: 0 8px 20px rgba(0,0,0,0.35); } — genuinely live on the deployed page; shown here at both states.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shadow-h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text-shadow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{ text-shadow: 2px 2px 4px rgba(0,0,0,0.5); 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text-shadow-hea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Shadows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box-shadow: 0 1px 2px #000, 0 0 20px gold; — stack shadows by separating them with commas.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multiple-shadows-g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.faded { opacity: 0.5; } — fades EVERYTHING inside, including text; use rgba() for a transparent background with solid text.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opacity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and 3D Transform Functions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translate(x, y) / translateZ(z)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rotate(deg) / rotateX/Y/Z(deg)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scale(n) / scaleX/Y/Z(n)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Resizes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skew(deg)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Slants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 Transforms,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8/transforms-2d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3D Hover Flip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perspective: 800px on the parent, transform: rotateY(25deg) on the card, rotateY(0deg) on hover.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card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Smooth Hover Transition — Live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transition: background-color 0.3s ease, transform 0.3s ease; — the button genuinely animates on the live page.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transition-bt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ANIMATIONS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@keyframes — Live and Looping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animation: bounce 1s ease-in-out infinite; — shown here at its three keyframe positions.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slides/assets/lecture-08/bounce-fram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vs. animation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transition for simple state changes (hover, focus, a toggled class). Use a keyframe animation for anything that plays on its own, loops, or needs more than a start and end state.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Fonts and Icon Fonts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fonts (Google Fonts, or @font-face) let every visitor see the exact same typeface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end a font-family list with a generic fallback: sans-serif, serif, monospace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fonts let you use icons like text — resizable, colorable — though many projects now prefer inline SVG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--main-color: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--spacing-unit: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background-color: var(--main-color);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calc(var(--spacing-unit) * 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real value in the browser — change it once in :root and every var(--main-color) usage updates instantly.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Rule, Two Colors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changed except the value of --main-color in scope — proof the variable controls the rendered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8/custom-properties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TO DEVICES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and Feature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@media (min-width: 768px) { ... } adapts styles to screen size — the foundation of responsive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@supports (display: grid) { ... } applies CSS only if the browser actually supports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 something real about the current browser before applying their block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Prefixes</a:t>
            </a:r>
            <a:endParaRPr lang="en-US" sz="3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863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-webkit-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Chrome, Safari, newer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-moz-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-ms-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Internet Explorer /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Opera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place the unprefixed, standard property LAST — Autoprefixer automates this in real projects.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8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gradients, box-shadow/text-shadow, and opacity build modern visual effects with no images.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repositions/rotates/resizes without disturbing layout; 3D transforms need perspective on a parent.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animates between two states; @keyframes + animation define multi-step, looping animations.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(--name, read with var(--name)) power theming and dark mode from one place.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adapt to screen size; feature queries (@supports) adapt to what the browser can render.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prefixes exist for experimental features — always place the unprefixed property last.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8: CSS3 Features</dc:title>
  <dc:subject>CSC336 Web Technologies</dc:subject>
  <dc:creator>Usman Akram</dc:creator>
  <cp:lastModifiedBy>Usman Akram</cp:lastModifiedBy>
  <cp:revision>1</cp:revision>
  <dcterms:created xsi:type="dcterms:W3CDTF">2026-09-13T11:26:04Z</dcterms:created>
  <dcterms:modified xsi:type="dcterms:W3CDTF">2026-09-13T11:26:04Z</dcterms:modified>
</cp:coreProperties>
</file>
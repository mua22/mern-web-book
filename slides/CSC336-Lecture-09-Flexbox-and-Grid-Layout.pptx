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9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Flexbox and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 Layout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modern CSS layout systems — one-dimensional alignment, and two-dimensional page structure.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Flexbox: container, items, and the two axes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flex-direction, justify-content, align-items, flex-wrap, flex-grow/shrink/basis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Grid: rows, columns, and the fr unit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line placement, spanning multiple cells, and named grid areas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Flexbox vs. Grid — and using both together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Container and Items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815340"/>
          </a:xfrm>
          <a:prstGeom prst="roundRect">
            <a:avLst>
              <a:gd name="adj" fmla="val 897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.nav { display: flex;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09900"/>
            <a:ext cx="10911535" cy="3253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declaration turns every direct child of .nav into a flex item, laid out in a single row by default.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Flex Nav Bar,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flex-nav-int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516262"/>
            <a:ext cx="10911535" cy="119707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Main Axis and the Cross Axis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axis runs in the flex direction (row, by default); the cross axis runs perpendicular to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1263015"/>
          </a:xfrm>
          <a:prstGeom prst="roundRect">
            <a:avLst>
              <a:gd name="adj" fmla="val 5792"/>
            </a:avLst>
          </a:prstGeom>
          <a:solidFill>
            <a:srgbClr val="1E1E4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.flex-row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flex; /* main axis: horizontal, left to right */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3667887"/>
            <a:ext cx="11130991" cy="2659761"/>
          </a:xfrm>
          <a:prstGeom prst="roundRect">
            <a:avLst>
              <a:gd name="adj" fmla="val 206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D:/GitHub/mern-web-book/docs/assets/img/lecture-09/main-cross-ax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15860" y="3777615"/>
            <a:ext cx="5959976" cy="24403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flex-direction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815340"/>
          </a:xfrm>
          <a:prstGeom prst="roundRect">
            <a:avLst>
              <a:gd name="adj" fmla="val 897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 flex-direction: row | row-reverse | column | column-reverse;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flex-direction,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flex-direction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1239" y="2057400"/>
            <a:ext cx="2329218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justify-content (Main Axis)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82040"/>
          </a:xfrm>
          <a:prstGeom prst="roundRect">
            <a:avLst>
              <a:gd name="adj" fmla="val 676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 justify-content: flex-start | flex-end | center |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space-between | space-around | space-evenly;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justify-content,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justify-content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8365" y="2057400"/>
            <a:ext cx="483496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align-items (Cross Axis)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815340"/>
          </a:xfrm>
          <a:prstGeom prst="roundRect">
            <a:avLst>
              <a:gd name="adj" fmla="val 897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 align-items: stretch | flex-start | flex-end | center;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align-items,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align-items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84241" y="2057400"/>
            <a:ext cx="2623213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FAMOUS TRICK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Perfect Centering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flex;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justify-content: center;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align-items: center;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answer to "how do I center a div" — both axes at once.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FAMOUS TRICK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Centering,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centering-tri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8851" y="2057400"/>
            <a:ext cx="5773994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flex-wrap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815340"/>
          </a:xfrm>
          <a:prstGeom prst="roundRect">
            <a:avLst>
              <a:gd name="adj" fmla="val 897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 flex-wrap: nowrap | wrap;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09900"/>
            <a:ext cx="10911535" cy="3253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nowrap squeezes everything onto one line, even past the container's edge; wrap breaks items onto multiple lines.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flex-wrap,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flex-wrap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1002" y="2057400"/>
            <a:ext cx="9909691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flex-grow, flex-shrink, flex-basis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.item { flex-basis: 200px; }   /* starting size before growing/shrinking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.item { flex: 1; }              /* grow to fill equally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.item { flex-grow: 2; }         /* grow twice as fast as flex-grow: 1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Growing and Shrinking,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flex-grow-shrink-ba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3791" y="2057400"/>
            <a:ext cx="8164112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Rows and Columns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.grid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grid;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grid-template-columns: 200px 200px 200px;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grid-template-rows: 150px 150px;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gap: 10px;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Basic Grid,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grid-basic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048" y="2057400"/>
            <a:ext cx="8229600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 Unit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grid-template-columns: 1fr 1fr 1fr;      /* three equal columns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grid-template-columns: 2fr 1fr;          /* left column twice as wide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grid-template-columns: 250px 1fr;        /* fixed sidebar + flexible main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43300"/>
            <a:ext cx="10911535" cy="27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 distributes remaining space as a FRACTION — it's Grid's equivalent of flex-grow.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 Unit,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fr-unit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0029" y="2057400"/>
            <a:ext cx="7571637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.grid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grid;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grid-template-columns: repeat(3, 1fr);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gap: 20px;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replaces the old margin-hack for spacing grid (and flex) items evenly, without extra space at the edges.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grid-gap-repeat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8088" y="2057400"/>
            <a:ext cx="9875520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PLACEMENT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Placing Items on Grid Lines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82040"/>
          </a:xfrm>
          <a:prstGeom prst="roundRect">
            <a:avLst>
              <a:gd name="adj" fmla="val 676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.item-a { grid-column: 1 / 3; grid-row: 1;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.item-b { grid-column: 3; grid-row: 1;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76600"/>
            <a:ext cx="10911535" cy="298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lines are numbered starting at 1 — an item can be placed at exact, specific cells.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PLACEMENT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 Placement,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grid-line-plac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756" y="2057400"/>
            <a:ext cx="10124184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PLACEMENT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Spanning Multiple Cells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.featured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grid-column: span 2;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grid-row: span 2;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10000"/>
            <a:ext cx="10911535" cy="2453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photo-gallery-style layout: one featured cell occupies a 2x2 block while others fill in around it.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PLACEMENT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Spanning,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grid-span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8872" y="2057400"/>
            <a:ext cx="8813950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PLACEMENT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 Grid Areas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.page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grid-template-areas: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"header header"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"sidebar main"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"footer footer";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.header { grid-area: header;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10100"/>
            <a:ext cx="10911535" cy="165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areas makes a whole-page layout genuinely readable straight from the CSS.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PLACEMENT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 Areas,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named-grid-are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82740" y="2057400"/>
            <a:ext cx="702621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TIME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Flexbox vs. Grid</a:t>
            </a:r>
            <a:endParaRPr lang="en-US" sz="34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48056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Flexbox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One-dimensional (a row OR a column)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Two-dimensional (rows AND columns)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bars, button groups, aligning items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Whole-page layouts, photo galleries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 placement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Items flow in 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Items placed at exact grid cells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TIME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Simple Rule of Thumb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Arranging things in ONE direction (a row of buttons, a horizontal menu)? Reach for Flexbox. Need to control rows AND columns together (an overall page layout, a gallery)? Reach for Grid. In real projects you'll use both together constantly.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BOTH TOGETHER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 for Skeleton, Flexbox Inside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.page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grid;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grid-template-columns: 220px 1fr;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grid-template-areas: "sidebar main";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.header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flex;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justify-content: space-between;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align-items: center;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BOTH TOGETHER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 + Flexbox,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flex-grid-togeth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5738" y="2057400"/>
            <a:ext cx="8660219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9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lays out items along a main axis and a cross axis, one dimension at a time.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justify-content aligns along the main axis; align-items aligns along the cross axis — together they center anything.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flex-grow/shrink/basis control how items expand, shrink, and start sized within the available space.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 lays out rows AND columns together; the fr unit distributes remaining space as flexible fractions.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items can be placed on exact lines, span multiple cells, or use named grid-template-areas for a readable layout.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Flexbox for one-dimensional alignment; use Grid for the overall page skeleton — and combine both in real projects.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9: Flexbox and Grid Layout</dc:title>
  <dc:subject>CSC336 Web Technologies</dc:subject>
  <dc:creator>Usman Akram</dc:creator>
  <cp:lastModifiedBy>Usman Akram</cp:lastModifiedBy>
  <cp:revision>1</cp:revision>
  <dcterms:created xsi:type="dcterms:W3CDTF">2026-09-13T18:33:15Z</dcterms:created>
  <dcterms:modified xsi:type="dcterms:W3CDTF">2026-09-13T18:33:15Z</dcterms:modified>
</cp:coreProperties>
</file>
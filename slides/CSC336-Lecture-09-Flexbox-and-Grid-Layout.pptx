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Flexbox and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Layout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modern CSS layout systems — one-dimensional alignment, and two-dimensional page structure.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Flexbox: container, items, and the two axes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flex-direction, justify-content, align-items, flex-wrap, flex-grow/shrink/basis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Grid: rows, columns, and the fr unit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line placement, spanning multiple cells, and named grid areas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Flexbox vs. Grid — and using both together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 and Items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69848"/>
          </a:xfrm>
          <a:prstGeom prst="roundRect">
            <a:avLst>
              <a:gd name="adj" fmla="val 68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.nav { display: flex;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64408"/>
            <a:ext cx="10911535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declaration turns every direct child of .nav into a flex item, laid out in a single row by default.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Flex Nav Bar,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lex-nav-int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Axis and the Cross Axis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axis runs in the flex direction (row, by default); the cross axis runs perpendicular to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9/main-cross-axi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331720"/>
            <a:ext cx="10911535" cy="3840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flex-direction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69848"/>
          </a:xfrm>
          <a:prstGeom prst="roundRect">
            <a:avLst>
              <a:gd name="adj" fmla="val 68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flex-direction: row | row-reverse | column | column-reverse;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flex-direction,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lex-direction-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justify-content (Main Axis)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53896"/>
          </a:xfrm>
          <a:prstGeom prst="roundRect">
            <a:avLst>
              <a:gd name="adj" fmla="val 503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justify-content: flex-start | flex-end | center |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space-between | space-around | space-evenly;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justify-content,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justify-content-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align-items (Cross Axis)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69848"/>
          </a:xfrm>
          <a:prstGeom prst="roundRect">
            <a:avLst>
              <a:gd name="adj" fmla="val 68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align-items: stretch | flex-start | flex-end | center;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align-items,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align-items-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TRICK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Perfect Centering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06040"/>
          </a:xfrm>
          <a:prstGeom prst="roundRect">
            <a:avLst>
              <a:gd name="adj" fmla="val 280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flex;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justify-content: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align-items: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006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answer to "how do I center a div" — both axes at once.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TRICK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Centering,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centering-tri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flex-wrap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69848"/>
          </a:xfrm>
          <a:prstGeom prst="roundRect">
            <a:avLst>
              <a:gd name="adj" fmla="val 68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flex-wrap: nowrap | wrap;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64408"/>
            <a:ext cx="10911535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nowrap squeezes everything onto one line, even past the container's edge; wrap breaks items onto multiple lines.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flex-wrap,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lex-wrap-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flex-grow, flex-shrink, flex-basis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 { flex-basis: 200px; }   /* starting size before growing/shrinking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 { flex: 1; }              /* grow to fill equally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 { flex-grow: 2; }         /* grow twice as fast as flex-grow: 1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Growing and Shrinking,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lex-grow-shrink-basi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Rows and Columns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90088"/>
          </a:xfrm>
          <a:prstGeom prst="roundRect">
            <a:avLst>
              <a:gd name="adj" fmla="val 2446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.grid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grid;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grid-template-columns: 200px 200px 200px;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grid-template-rows: 150px 150px;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gap: 10px;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Basic Grid,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grid-basic-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 Unit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37944"/>
          </a:xfrm>
          <a:prstGeom prst="roundRect">
            <a:avLst>
              <a:gd name="adj" fmla="val 398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grid-template-columns: 1fr 1fr 1fr;      /* three equal columns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grid-template-columns: 2fr 1fr;          /* left column twice as wide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grid-template-columns: 250px 1fr;        /* fixed sidebar + flexible main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32504"/>
            <a:ext cx="10911535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distributes remaining space as a FRACTION — it's Grid's equivalent of flex-grow.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 Unit,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r-unit-compari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06040"/>
          </a:xfrm>
          <a:prstGeom prst="roundRect">
            <a:avLst>
              <a:gd name="adj" fmla="val 280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.grid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grid;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grid-template-columns: repeat(3, 1fr);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gap: 20px;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006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replaces the old margin-hack for spacing grid (and flex) items evenly, without extra space at the edges.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grid-gap-repeat-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 Items on Grid Lines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453896"/>
          </a:xfrm>
          <a:prstGeom prst="roundRect">
            <a:avLst>
              <a:gd name="adj" fmla="val 503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.item-a { grid-column: 1 / 3; grid-row: 1;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.item-b { grid-column: 3; grid-row: 1;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48456"/>
            <a:ext cx="10911535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lines are numbered starting at 1 — an item can be placed at exact, specific cells.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Placement,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grid-line-place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Spanning Multiple Cells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221992"/>
          </a:xfrm>
          <a:prstGeom prst="roundRect">
            <a:avLst>
              <a:gd name="adj" fmla="val 32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.featured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grid-column: span 2;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grid-row: span 2;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416552"/>
            <a:ext cx="10911535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photo-gallery-style layout: one featured cell occupies a 2x2 block while others fill in around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Spanning,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grid-span-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Grid Areas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grid-template-areas: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"header header"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"sidebar main"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"footer footer";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.header { grid-area: header;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areas makes a whole-page layout genuinely readable straight from the CSS.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Areas,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named-grid-are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TIME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Flexbox vs. Grid</a:t>
            </a:r>
            <a:endParaRPr lang="en-US" sz="3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4805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Flexbox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One-dimensional (a row OR a column)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Two-dimensional (rows AND columns)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bars, button groups, aligning items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Whole-page layouts, photo galleries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 placement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flow in 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placed at exact grid cells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TIME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Simple Rule of Thumb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Arranging things in ONE direction (a row of buttons, a horizontal menu)? Reach for Flexbox. Need to control rows AND columns together (an overall page layout, a gallery)? Reach for Grid. In real projects you'll use both together constantly.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BOTH TOGETHER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for Skeleton, Flexbox Inside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grid;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grid-template-columns: 220px 1fr;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grid-template-areas: "sidebar main";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.header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flex;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justify-content: space-between;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align-items: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BOTH TOGETHER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+ Flexbox,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9/flex-grid-togeth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57400"/>
            <a:ext cx="10911535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9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lays out items along a main axis and a cross axis, one dimension at a time.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justify-content aligns along the main axis; align-items aligns along the cross axis — together they center anything.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flex-grow/shrink/basis control how items expand, shrink, and start sized within the available space.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 lays out rows AND columns together; the fr unit distributes remaining space as flexible fractions.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items can be placed on exact lines, span multiple cells, or use named grid-template-areas for a readable layout.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Flexbox for one-dimensional alignment; use Grid for the overall page skeleton — and combine both in real projects.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9: Flexbox and Grid Layout</dc:title>
  <dc:subject>CSC336 Web Technologies</dc:subject>
  <dc:creator>Usman Akram</dc:creator>
  <cp:lastModifiedBy>Usman Akram</cp:lastModifiedBy>
  <cp:revision>1</cp:revision>
  <dcterms:created xsi:type="dcterms:W3CDTF">2026-09-13T11:28:19Z</dcterms:created>
  <dcterms:modified xsi:type="dcterms:W3CDTF">2026-09-13T11:28:19Z</dcterms:modified>
</cp:coreProperties>
</file>
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9659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9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2377440"/>
            <a:ext cx="8686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Flexbox and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Grid Layout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389120"/>
            <a:ext cx="8961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modern CSS layout systems — one-dimensional alignment, and two-dimensional page structure.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5943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CSC336 Web Technologies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This Lecture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Flexbox: container, items, and the two axes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flex-direction, justify-content, align-items, flex-wrap, flex-grow/shrink/basis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 Grid: rows, columns, and the fr unit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443484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36168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line placement, spanning multiple cells, and named grid areas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525780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85800" y="5257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518464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Flexbox vs. Grid — and using both together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FLEXBOX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Container and Items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069848"/>
          </a:xfrm>
          <a:prstGeom prst="roundRect">
            <a:avLst>
              <a:gd name="adj" fmla="val 6838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.nav { display: flex; 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264408"/>
            <a:ext cx="10911535" cy="2999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declaration turns every direct child of .nav into a flex item, laid out in a single row by default.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FLEXBOX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Flex Nav Bar,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D:/GitHub/mern-web-book/docs/assets/img/lecture-09/flex-nav-int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516262"/>
            <a:ext cx="10911535" cy="119707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FLEXBOX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Main Axis and the Cross Axis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main axis runs in the flex direction (row, by default); the cross axis runs perpendicular to it.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30352" y="2221992"/>
            <a:ext cx="11130991" cy="4059936"/>
          </a:xfrm>
          <a:prstGeom prst="roundRect">
            <a:avLst>
              <a:gd name="adj" fmla="val 1351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D:/GitHub/mern-web-book/docs/assets/img/lecture-09/main-cross-axi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06031" y="2331720"/>
            <a:ext cx="9379634" cy="38404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FLEXBOX PROPERTIES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flex-direction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069848"/>
          </a:xfrm>
          <a:prstGeom prst="roundRect">
            <a:avLst>
              <a:gd name="adj" fmla="val 6838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.container { flex-direction: row | row-reverse | column | column-reverse; 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FLEXBOX PROPERTIES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flex-direction, Compared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D:/GitHub/mern-web-book/docs/assets/img/lecture-09/flex-direction-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1239" y="2057400"/>
            <a:ext cx="2329218" cy="4114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FLEXBOX PROPERTIES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justify-content (Main Axis)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453896"/>
          </a:xfrm>
          <a:prstGeom prst="roundRect">
            <a:avLst>
              <a:gd name="adj" fmla="val 5031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.container { justify-content: flex-start | flex-end | center |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space-between | space-around | space-evenly; 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FLEXBOX PROPERTIES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justify-content, Compared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D:/GitHub/mern-web-book/docs/assets/img/lecture-09/justify-content-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8365" y="2057400"/>
            <a:ext cx="4834965" cy="4114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FLEXBOX PROPERTIES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align-items (Cross Axis)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069848"/>
          </a:xfrm>
          <a:prstGeom prst="roundRect">
            <a:avLst>
              <a:gd name="adj" fmla="val 6838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.container { align-items: stretch | flex-start | flex-end | center; 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FLEXBOX PROPERTIES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align-items, Compared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D:/GitHub/mern-web-book/docs/assets/img/lecture-09/align-items-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84241" y="2057400"/>
            <a:ext cx="2623213" cy="4114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FAMOUS TRICK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Perfect Centering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606040"/>
          </a:xfrm>
          <a:prstGeom prst="roundRect">
            <a:avLst>
              <a:gd name="adj" fmla="val 2807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.container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display: flex;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justify-content: center;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align-items: center;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800600"/>
            <a:ext cx="109115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classic answer to "how do I center a div" — both axes at once.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FAMOUS TRICK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Centering,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D:/GitHub/mern-web-book/docs/assets/img/lecture-09/centering-tri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8851" y="2057400"/>
            <a:ext cx="5773994" cy="4114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FLEXBOX PROPERTIES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flex-wrap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069848"/>
          </a:xfrm>
          <a:prstGeom prst="roundRect">
            <a:avLst>
              <a:gd name="adj" fmla="val 6838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.container { flex-wrap: nowrap | wrap; 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264408"/>
            <a:ext cx="10911535" cy="2999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nowrap squeezes everything onto one line, even past the container's edge; wrap breaks items onto multiple lines.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FLEXBOX PROPERTIES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flex-wrap, Compared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D:/GitHub/mern-web-book/docs/assets/img/lecture-09/flex-wrap-dem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1002" y="2057400"/>
            <a:ext cx="9909691" cy="4114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FLEXBOX PROPERTIES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flex-grow, flex-shrink, flex-basis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837944"/>
          </a:xfrm>
          <a:prstGeom prst="roundRect">
            <a:avLst>
              <a:gd name="adj" fmla="val 3980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.item { flex-basis: 200px; }   /* starting size before growing/shrinking */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.item { flex: 1; }              /* grow to fill equally */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.item { flex-grow: 2; }         /* grow twice as fast as flex-grow: 1 */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FLEXBOX PROPERTIES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Growing and Shrinking,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D:/GitHub/mern-web-book/docs/assets/img/lecture-09/flex-grow-shrink-basi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3791" y="2057400"/>
            <a:ext cx="8164112" cy="4114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 GRID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Rows and Columns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990088"/>
          </a:xfrm>
          <a:prstGeom prst="roundRect">
            <a:avLst>
              <a:gd name="adj" fmla="val 2446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532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.grid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display: grid;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grid-template-columns: 200px 200px 200px;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grid-template-rows: 150px 150px;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gap: 10px;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 GRID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Basic Grid,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D:/GitHub/mern-web-book/docs/assets/img/lecture-09/grid-basic-dem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81048" y="2057400"/>
            <a:ext cx="8229600" cy="4114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 GRID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fr Unit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837944"/>
          </a:xfrm>
          <a:prstGeom prst="roundRect">
            <a:avLst>
              <a:gd name="adj" fmla="val 3980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grid-template-columns: 1fr 1fr 1fr;      /* three equal columns */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grid-template-columns: 2fr 1fr;          /* left column twice as wide */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grid-template-columns: 250px 1fr;        /* fixed sidebar + flexible main */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032504"/>
            <a:ext cx="10911535" cy="2231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 distributes remaining space as a FRACTION — it's Grid's equivalent of flex-grow.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 GRID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fr Unit, Compared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D:/GitHub/mern-web-book/docs/assets/img/lecture-09/fr-unit-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10029" y="2057400"/>
            <a:ext cx="7571637" cy="4114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 GRID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gap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606040"/>
          </a:xfrm>
          <a:prstGeom prst="roundRect">
            <a:avLst>
              <a:gd name="adj" fmla="val 2807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.grid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display: grid;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grid-template-columns: repeat(3, 1fr);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gap: 20px;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800600"/>
            <a:ext cx="109115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replaces the old margin-hack for spacing grid (and flex) items evenly, without extra space at the edges.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 GRID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gap,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D:/GitHub/mern-web-book/docs/assets/img/lecture-09/grid-gap-repeat-dem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8088" y="2057400"/>
            <a:ext cx="9875520" cy="4114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PLACEMENT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Placing Items on Grid Lines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453896"/>
          </a:xfrm>
          <a:prstGeom prst="roundRect">
            <a:avLst>
              <a:gd name="adj" fmla="val 5031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.item-a { grid-column: 1 / 3; grid-row: 1; 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.item-b { grid-column: 3; grid-row: 1; 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648456"/>
            <a:ext cx="10911535" cy="2615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lines are numbered starting at 1 — an item can be placed at exact, specific cells.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PLACEMENT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Line Placement,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D:/GitHub/mern-web-book/docs/assets/img/lecture-09/grid-line-placem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756" y="2057400"/>
            <a:ext cx="10124184" cy="4114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PLACEMENT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Spanning Multiple Cells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221992"/>
          </a:xfrm>
          <a:prstGeom prst="roundRect">
            <a:avLst>
              <a:gd name="adj" fmla="val 3292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764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.featured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grid-column: span 2;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grid-row: span 2;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416552"/>
            <a:ext cx="10911535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photo-gallery-style layout: one featured cell occupies a 2x2 block while others fill in around it.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PLACEMENT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Spanning,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D:/GitHub/mern-web-book/docs/assets/img/lecture-09/grid-span-dem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88872" y="2057400"/>
            <a:ext cx="8813950" cy="4114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PLACEMENT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Named Grid Areas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291840"/>
          </a:xfrm>
          <a:prstGeom prst="roundRect">
            <a:avLst>
              <a:gd name="adj" fmla="val 2222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.page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grid-template-areas: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"header header"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"sidebar main"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"footer footer";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.header { grid-area: header; 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48640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Naming areas makes a whole-page layout genuinely readable straight from the CSS.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PLACEMENT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Named Areas,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D:/GitHub/mern-web-book/docs/assets/img/lecture-09/named-grid-are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82740" y="2057400"/>
            <a:ext cx="7026215" cy="4114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TIME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Choosing Flexbox vs. Grid</a:t>
            </a:r>
            <a:endParaRPr lang="en-US" sz="34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480560"/>
                <a:gridCol w="4480560"/>
              </a:tblGrid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Flexbox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Grid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Dimensions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One-dimensional (a row OR a column)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Two-dimensional (rows AND columns)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for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bars, button groups, aligning items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Whole-page layouts, photo galleries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 placement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Items flow in order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Items placed at exact grid cells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TIME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Simple Rule of Thumb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737360"/>
          </a:xfrm>
          <a:prstGeom prst="roundRect">
            <a:avLst>
              <a:gd name="adj" fmla="val 3158"/>
            </a:avLst>
          </a:prstGeom>
          <a:solidFill>
            <a:srgbClr val="E6F6EE"/>
          </a:solidFill>
          <a:ln w="12700">
            <a:solidFill>
              <a:srgbClr val="3FA6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7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Arranging things in ONE direction (a row of buttons, a horizontal menu)? Reach for Flexbox. Need to control rows AND columns together (an overall page layout, a gallery)? Reach for Grid. In real projects you'll use both together constantly.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BOTH TOGETHER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Grid for Skeleton, Flexbox Inside It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931920"/>
          </a:xfrm>
          <a:prstGeom prst="roundRect">
            <a:avLst>
              <a:gd name="adj" fmla="val 1860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.page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display: grid;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grid-template-columns: 220px 1fr;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grid-template-areas: "sidebar main";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.header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display: flex;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justify-content: space-between;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align-items: center;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BOTH TOGETHER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Grid + Flexbox,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D:/GitHub/mern-web-book/docs/assets/img/lecture-09/flex-grid-togeth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65738" y="2057400"/>
            <a:ext cx="8660219" cy="4114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7315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887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9 in Six Points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2860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286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21945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Flexbox lays out items along a main axis and a cross axis, one dimension at a time.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22960" y="29718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9718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28803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justify-content aligns along the main axis; align-items aligns along the cross axis — together they center anything.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22960" y="36576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36576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35661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flex-grow/shrink/basis control how items expand, shrink, and start sized within the available space.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" y="43434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43434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42519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 Grid lays out rows AND columns together; the fr unit distributes remaining space as flexible fractions.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22960" y="50292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2960" y="5029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49377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items can be placed on exact lines, span multiple cells, or use named grid-template-areas for a readable layout.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22960" y="57150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2960" y="5715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56235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Flexbox for one-dimensional alignment; use Grid for the overall page skeleton — and combine both in real projects.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COMSATS University Islamabad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9: Flexbox and Grid Layout</dc:title>
  <dc:subject>CSC336 Web Technologies</dc:subject>
  <dc:creator>Usman Akram</dc:creator>
  <cp:lastModifiedBy>Usman Akram</cp:lastModifiedBy>
  <cp:revision>1</cp:revision>
  <dcterms:created xsi:type="dcterms:W3CDTF">2026-09-13T11:38:24Z</dcterms:created>
  <dcterms:modified xsi:type="dcterms:W3CDTF">2026-09-13T11:38:24Z</dcterms:modified>
</cp:coreProperties>
</file>
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system, components, and utilities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utility-class structure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button, a card, and a navbar — 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d-flex justify-content-between p-3 — spacing and alignment classes, similar in spirit to Tailwind.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23160"/>
            <a:ext cx="5272888" cy="3611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2423160"/>
            <a:ext cx="5272888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combine with and (all true), comma (any true), and not (inverts) — and test more than width.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100%; height: auto; keeps images from overflowing their container.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 — both expect your own custom CSS on top.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2026-09-13T11:30:30Z</dcterms:created>
  <dcterms:modified xsi:type="dcterms:W3CDTF">2026-09-13T11:30:30Z</dcterms:modified>
</cp:coreProperties>
</file>
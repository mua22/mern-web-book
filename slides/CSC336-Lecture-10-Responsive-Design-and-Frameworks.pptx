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system, components, and utilities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utility-class structure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Fluid Units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100vw;   /* always fills the full screen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60vh;   /* always 60% of the visible screen height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width: 90%; } /* always 90% of its parent, whatever that is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btn-primary"&gt;Save Changes&lt;/button&gt;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class="card"&gt;&lt;div class="card-body"&gt;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 class="card-title"&gt;Card Title&lt;/h5&gt;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class="navbar navbar-expand-lg navbar-light bg-light"&gt;...&lt;/nav&gt;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620387"/>
            <a:ext cx="11130991" cy="1707261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3619" y="4730115"/>
            <a:ext cx="2264458" cy="14878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class="d-flex justify-content-between p-3"&gt;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d-flex: display:flex; justify-content-between: space-between; p-3: padding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75874"/>
            <a:ext cx="10911535" cy="15694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Width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class="w-full lg:w-1/3"&gt;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full width by default, one-third width from the "lg"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combine with and (all true), comma (any true), and not (inverts) — and test more than width.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100%; height: auto; keeps images from overflowing their container.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 — both expect your own custom CSS on top.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2026-09-13T18:35:24Z</dcterms:created>
  <dcterms:modified xsi:type="dcterms:W3CDTF">2026-09-13T18:35:24Z</dcterms:modified>
</cp:coreProperties>
</file>
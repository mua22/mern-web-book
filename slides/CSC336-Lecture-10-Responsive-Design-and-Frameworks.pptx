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Frameworks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one site that adapts to any screen — and the two major CSS frameworks that make it faster.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design, the viewport meta tag, and fluid units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8644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5864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51329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and breakpoints — every combination, plus responsive images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06931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2069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133779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Component-based (Bootstrap) vs. utility-first (Tailwind) frameworks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827417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382741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754265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system in depth: auto-layout, nesting, offsets, ordering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447903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44790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4751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Tailwind's utility classes, config file, and dark mode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068389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0683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995237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either framework with your own custom classes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68887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568887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61572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preprocessors: Sass, SCSS, and LESS — and customizing Bootstrap with Sass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base CSS for small screens FIRST, then add styling for larger screens with media queries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of "desktop-first," where you design big and cram it onto a phone afterward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traffic is the majority of web visits — adding complexity as space grows is easier than stripping it away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Viewport Meta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 name="viewport" content="width=device-width, initial-scale=1.0"&gt;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width=device-width uses the real device width; initial-scale=1.0 starts at 100% zoom.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Forget This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viewport meta tag, none of your media queries will work correctly on a real phone — the browser will still pretend it has a much wider screen.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That Scale, Not Fixed Pixels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961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size of the parent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(&lt;html&gt;) element's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element's own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vw / vh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of the viewport's width / height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Fluid Units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.hero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100vw;   /* always fills the full screen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60vh;   /* always 60% of the visible screen height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width: 90%; } /* always 90% of its parent, whatever that is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fluid-units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78579"/>
            <a:ext cx="5272888" cy="21010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fluid-units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804" y="2423160"/>
            <a:ext cx="3904735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Mobile-First Breakpoint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display: flex; flex-direction: column;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@media (min-width: 768px)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.container { flex-direction: row;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Cards,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media-query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687"/>
            <a:ext cx="5272888" cy="4148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media-query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10878"/>
            <a:ext cx="5272888" cy="26364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QUERY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and, Comma, and not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— ALL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(comma)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like OR — ANY one condition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Inverts the entire media query (needs a media type)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 / prefers-color-scheme / 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Portrait vs. landscape / dark mode / printed page — same @media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max-width: 100%;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auto;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 keeps an image from ever growing wider than its container; height: auto preserves its aspect ratio.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Image,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responsive-image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25129"/>
            <a:ext cx="5272888" cy="30079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responsive-image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42428"/>
            <a:ext cx="5272888" cy="257334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Component-Based vs. Utility-First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(COMPONENT-BASED)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pre-styled, ready-to-use components (.btn, .card, .navbar)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get a decent-looking page up quickly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built-in styles can fight the framework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(UTILITY-FIRST)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hundreds of tiny, single-purpose utility classes (flex, p-4)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looks "designed" until you style it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longer at first — many class names to learn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12-Column Grid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class="container"&gt;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class="col-md-8"&gt;Main content&lt;/div&gt;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class="col-md-4"&gt;Sidebar&lt;/div&gt;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Grid,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(SIDE BY SIDE)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grid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45093"/>
            <a:ext cx="5272888" cy="5680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(STACKED)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bootstrap-grid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550603"/>
            <a:ext cx="5272888" cy="13569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Modifier Classes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 (no number)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Auto-layout: shares available width equally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n of 12 columns, at all screen sizes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.col-{bp}-{n}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columns from that breakpoint up (mobile-first)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.offset-{bp}-{n}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Pushes the column right by n empty columns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.order-{n}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display order (0-5), independent of HTML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.row-cols-{n}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Shorthand: every child column becomes 12/n wide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.g-{n} / .gx-{n} / .gy-{n}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Gutter size between columns — all / x / 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a thin wrapper around the Flexbox properties from Lecture 9 — .row is display:flex, .col is a flex item.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Auto-Layout Columns and Nesting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596640"/>
          </a:xfrm>
          <a:prstGeom prst="roundRect">
            <a:avLst>
              <a:gd name="adj" fmla="val 203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13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class="col-8"&gt;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col-8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class="col-6"&gt;nested col-6&lt;/div&gt;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class="col-6"&gt;nested col-6&lt;/div&gt;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class="col-4"&gt;col-4&lt;/div&gt;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5727192"/>
            <a:ext cx="11130991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0/grid-autolayout-nes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9753" y="5836920"/>
            <a:ext cx="1512189" cy="640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Offsetting and Reordering Columns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offset-md-4 centers a 4-wide column; order-* rearranges visual order independent of HTML order.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class="col-4 offset-md-4"&gt;col-4 offset-md-4&lt;/div&gt;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class="order-3"&gt;First in HTML — order-3&lt;/div&gt;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class="order-1"&gt;Second in HTML — order-1&lt;/div&gt;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class="order-2"&gt;Third in HTML — order-2&lt;/div&gt;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144137"/>
            <a:ext cx="11130991" cy="2183511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grid-offset-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7700" y="4253865"/>
            <a:ext cx="5176294" cy="196405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of HTML, zero custom CSS.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btn-primary"&gt;Save Changes&lt;/button&gt;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class="card"&gt;&lt;div class="card-body"&gt;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&lt;h5 class="card-title"&gt;Card Title&lt;/h5&gt;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 class="navbar navbar-expand-lg navbar-light bg-light"&gt;...&lt;/nav&gt;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620387"/>
            <a:ext cx="11130991" cy="1707261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bootstrap-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3619" y="4730115"/>
            <a:ext cx="2264458" cy="14878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Utilities,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class="d-flex justify-content-between p-3"&gt;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d-flex: display:flex; justify-content-between: space-between; p-3: padding --&gt;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0/bootstrap-util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75874"/>
            <a:ext cx="10911535" cy="156946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Styled Button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 shadow"&gt;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Button,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6968" y="3048000"/>
            <a:ext cx="4937760" cy="2133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class="flex flex-col md:flex-row"&gt;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stacked by default, a row from md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flex-col md:flex-row,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flex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435"/>
            <a:ext cx="5272888" cy="4153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flex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30851"/>
            <a:ext cx="5272888" cy="25964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Width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class="w-full lg:w-1/3"&gt;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full width by default, one-third width from the "lg"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w-full lg:w-1/3,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(1/3)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width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25272"/>
            <a:ext cx="5272888" cy="607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(FULL)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width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675225"/>
            <a:ext cx="5272888" cy="11077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Utility Categories</a:t>
            </a:r>
            <a:endParaRPr lang="en-US" sz="3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classes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flex, justify-center, items-center, gap-4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grid, grid-cols-3, col-span-2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w-1/2, h-screen, max-w-md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border, border-2, rounded-full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text-lg, font-bold, truncate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variants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hover:, focus:, active:, disabled: (prefix any utility)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spacing/color scale is numeric and consistent — p-4 = 1rem, blue-100 (near-white) through blue-900 (near-black).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Configuring Tailwind: theme.extend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module.exports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colors: { brand: '#ff6b35' },  // usable as bg-brand, text-brand...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Custom Color,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theme.extend adds to Tailwind's defaults, so bg-brand works with every state-variant prefix, just like a built-in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class="bg-brand hover:bg-orange-700 text-white font-semibold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906012"/>
            <a:ext cx="11130991" cy="2421636"/>
          </a:xfrm>
          <a:prstGeom prst="roundRect">
            <a:avLst>
              <a:gd name="adj" fmla="val 2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tailwind-custom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450" y="4015740"/>
            <a:ext cx="10852795" cy="2202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Mode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darkMode: 'class' in the config activates dark: utilities for any element inside a .dark ancestor.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class="bg-white dark:bg-gray-800 text-black dark:text-white"&gt;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 content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tailwind-dark-m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792" y="3777615"/>
            <a:ext cx="10040112" cy="24403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@apply Directive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.btn-primary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@apply 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px-4 py-2 rounded-lg shadow;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class="btn-primary"&gt;Save Changes&lt;/button&gt;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the exact same button as writing all six utility classes by hand — @apply just names a repeated combination.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 my-cta-button"&gt;Get Started&lt;/button&gt;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.my-cta-button { text-transform: uppercase; letter-spacing: 1px;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bootstrap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6028" y="3169920"/>
            <a:ext cx="4739640" cy="1889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class="text-blue-600 font-bold brand-underline"&gt;New!&lt;/span&gt;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.brand-underline { text-decoration: underline wavy; text-underline-offset: 4px;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0928" y="3322320"/>
            <a:ext cx="2529840" cy="1584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CSS Preprocessor?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language that adds variables, nesting, and mixins on top of CSS, then COMPILES to plain CSS the browser reads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has two syntaxes: the indented .sass, and SCSS (.scss) — CSS-compatible braces/semicolons, by far the more common choice, including in Bootstrap's own source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solves the same problems with a different syntax (@var instead of $var) — used by Bootstrap 3, before it switched to Sass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Variables vs. CSS Custom Properties</a:t>
            </a:r>
            <a:endParaRPr lang="en-US" sz="3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420624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Sass ($name)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CSS custom property (--name)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compile time — a fixed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runtime, in the browser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after load?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JS or media queries can update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build step?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must compile the .scss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works in a plain &lt;style&gt;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FUNDAMENTALS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Variables, Nesting, and Mixins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29890"/>
          </a:xfrm>
          <a:prstGeom prst="roundRect">
            <a:avLst>
              <a:gd name="adj" fmla="val 249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72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$primary-color: #6c5ce7;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1px solid $primary-color;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.title { color: $primary-color;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&amp;:hover { box-shadow: 0 4px 10px rgba(0,0,0,0.2);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@mixin flex-center { display: flex; justify-content: center; align-items: center;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{ @include flex-center; background: $primary-color;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5060442"/>
            <a:ext cx="11130991" cy="1267206"/>
          </a:xfrm>
          <a:prstGeom prst="roundRect">
            <a:avLst>
              <a:gd name="adj" fmla="val 43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0/sass-fundamental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7079" y="5170170"/>
            <a:ext cx="1477537" cy="10477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FUNDAMENTALS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Partials and @use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_variables.scss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main.scss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'variables' as v;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border: 1px solid v.$primary-color;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filename starting with _ is a partial — Sass pulls it into whatever file imports it, instead of compiling it separately.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(SCSS) vs. LESS</a:t>
            </a:r>
            <a:endParaRPr lang="en-US" sz="3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89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Sass (SCSS)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 definition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@mixin name { ... 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.name() { ... 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@include name;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.name();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4 and 5, most new projects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3, older codebases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CUSTOMIZING 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Override Variables Before Importing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custom.scss — override BEFORE importing Bootstrap's source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$primary: #ff6b35;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$border-radius: 1rem;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$grid-gutter-width: 3rem;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"bootstrap/scss/bootstrap";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sass custom.scss custom.css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reading these variables picks up the new values everywhere, automatically — no HTML changes at all.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CUSTOMIZING 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Sass-Customized Bootstrap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BOOTSTRAP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sass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23991"/>
            <a:ext cx="5272888" cy="22102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SASS-CUSTOMIZED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bootstrap-sass-af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123991"/>
            <a:ext cx="5272888" cy="221021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10 in Eight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Mobile-first: base styles for small screens, then add complexity with min-width media queries.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 meta tag is required for media queries to work correctly on real phones.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91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 (%, rem, vw, vh) scale relative to something else, unlike fixed px.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7947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794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goes beyond col-md-*: auto-layout columns, nesting, offset-*, and order-* cover real layouts.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gives finished components; Tailwind gives composable utilities, configured via tailwind.config.js and dark:.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800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800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709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Sass/SCSS and LESS compile to plain CSS, adding variables (compile-time, unlike runtime CSS custom properties), nesting, and mixins.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3035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03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own source is Sass — overriding its variables before importing it recompiles the whole framework around your values.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" y="58064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806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715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expect your own custom CSS on top — they solve the common 80%, not the last 20% that makes a site unique.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10: Responsive Design and Framework Fundamentals</dc:title>
  <dc:subject>CSC336 Web Technologies</dc:subject>
  <dc:creator>Usman Akram</dc:creator>
  <cp:lastModifiedBy>Usman Akram</cp:lastModifiedBy>
  <cp:revision>1</cp:revision>
  <dcterms:created xsi:type="dcterms:W3CDTF">2026-09-13T19:03:20Z</dcterms:created>
  <dcterms:modified xsi:type="dcterms:W3CDTF">2026-09-13T19:03:20Z</dcterms:modified>
</cp:coreProperties>
</file>
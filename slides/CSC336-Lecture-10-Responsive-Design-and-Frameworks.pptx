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Design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Frameworks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one site that adapts to any screen — and the two major CSS frameworks that make it faster.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design, the viewport meta tag, and fluid units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79192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06040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 and breakpoints — every combination, plus responsive images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39242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392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19272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Component-based (Bootstrap) vs. utility-first (Tailwind) frameworks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0565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32504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Bootstrap's grid system, components, and utilities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18888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45736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Tailwind's utility-class structure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321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4589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either framework with your own custom classes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Mobile-First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base CSS for small screens FIRST, then add styling for larger screens with media queries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opposite of "desktop-first," where you design big and cram it onto a phone afterward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traffic is the majority of web visits — adding complexity as space grows is easier than stripping it away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VIEWPORT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Viewport Meta Tag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69848"/>
          </a:xfrm>
          <a:prstGeom prst="roundRect">
            <a:avLst>
              <a:gd name="adj" fmla="val 683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&lt;meta name="viewport" content="width=device-width, initial-scale=1.0"&gt;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64408"/>
            <a:ext cx="10911535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width=device-width uses the real device width; initial-scale=1.0 starts at 100% zoom.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VIEWPORT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Forget This Tag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viewport meta tag, none of your media queries will work correctly on a real phone — the browser will still pretend it has a much wider screen.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Units That Scale, Not Fixed Pixels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9611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size of the parent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root (&lt;html&gt;) element's font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current element's own font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vw / vh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 of the viewport's width / height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Page,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fluid-units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178579"/>
            <a:ext cx="5272888" cy="21010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fluid-units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804" y="2423160"/>
            <a:ext cx="3904735" cy="36118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Mobile-First Breakpoint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06040"/>
          </a:xfrm>
          <a:prstGeom prst="roundRect">
            <a:avLst>
              <a:gd name="adj" fmla="val 280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display: flex; flex-direction: column;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@media (min-width: 768px)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.container { flex-direction: row;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Cards,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(ROW)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media-query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021687"/>
            <a:ext cx="5272888" cy="4148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(COLUMN)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media-query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910878"/>
            <a:ext cx="5272888" cy="26364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QUERY SYNTAX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and, Comma, and not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Combines conditions — ALL must be true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(comma)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like OR — ANY one condition must be true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Inverts the entire media query (needs a media type)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orientation / prefers-color-scheme / print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Portrait vs. landscape / dark mode / printed page — same @media syntax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IMAGES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Matters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221992"/>
          </a:xfrm>
          <a:prstGeom prst="roundRect">
            <a:avLst>
              <a:gd name="adj" fmla="val 329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max-width: 100%;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height: auto;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416552"/>
            <a:ext cx="10911535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max-width: 100% keeps an image from ever growing wider than its container; height: auto preserves its aspect ratio.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IMAGES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Image,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responsive-image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725129"/>
            <a:ext cx="5272888" cy="30079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responsive-image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942428"/>
            <a:ext cx="5272888" cy="257334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Component-Based vs. Utility-First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(COMPONENT-BASED)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pre-styled, ready-to-use components (.btn, .card, .navbar)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to get a decent-looking page up quickly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Overriding built-in styles can fight the framework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0148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6180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(UTILITY-FIRST)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66180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hundreds of tiny, single-purpose utility classes (flex, p-4)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looks "designed" until you style it yourself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longer at first — many class names to learn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12-Column Grid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90088"/>
          </a:xfrm>
          <a:prstGeom prst="roundRect">
            <a:avLst>
              <a:gd name="adj" fmla="val 2446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class="container"&gt;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class="row"&gt;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class="col-md-8"&gt;Main content&lt;/div&gt;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class="col-md-4"&gt;Sidebar&lt;/div&gt;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Grid,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(SIDE BY SIDE)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bootstrap-grid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945093"/>
            <a:ext cx="5272888" cy="56801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(STACKED)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bootstrap-grid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3550603"/>
            <a:ext cx="5272888" cy="135699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Components,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button, a card, and a navbar — three lines of HTML, zero custom CSS.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bootstrap-compon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73218" y="2331720"/>
            <a:ext cx="5845259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Utilities,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d-flex justify-content-between p-3 — spacing and alignment classes, similar in spirit to Tailwind.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bootstrap-util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467226"/>
            <a:ext cx="10911535" cy="15694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Fully Styled Button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221992"/>
          </a:xfrm>
          <a:prstGeom prst="roundRect">
            <a:avLst>
              <a:gd name="adj" fmla="val 329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class="bg-blue-600 hover:bg-blue-700 text-white font-semibold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px-4 py-2 rounded-lg shadow"&gt;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Save Changes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&lt;/button&gt;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Button,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10/tailwind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26968" y="3048000"/>
            <a:ext cx="4937760" cy="2133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by Default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37944"/>
          </a:xfrm>
          <a:prstGeom prst="roundRect">
            <a:avLst>
              <a:gd name="adj" fmla="val 398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class="flex flex-col md:flex-row"&gt;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&lt;!-- stacked by default, a row from md breakpoint up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flex-col md:flex-row,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(ROW)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tailwind-flex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021435"/>
            <a:ext cx="5272888" cy="4153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(COLUMN)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tailwind-flex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930851"/>
            <a:ext cx="5272888" cy="259649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w-full lg:w-1/3,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(1/3)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tailwind-width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925272"/>
            <a:ext cx="5272888" cy="6076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(FULL)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tailwind-width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3675225"/>
            <a:ext cx="5272888" cy="110774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 + Your Own Class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37944"/>
          </a:xfrm>
          <a:prstGeom prst="roundRect">
            <a:avLst>
              <a:gd name="adj" fmla="val 398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class="btn btn-primary my-cta-button"&gt;Get Started&lt;/button&gt;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.my-cta-button { text-transform: uppercase; letter-spacing: 1px;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 + Custom,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10/bootstrap-custom-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26028" y="3169920"/>
            <a:ext cx="4739640" cy="1889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Tailwind + Your Own Class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37944"/>
          </a:xfrm>
          <a:prstGeom prst="roundRect">
            <a:avLst>
              <a:gd name="adj" fmla="val 398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&lt;span class="text-blue-600 font-bold brand-underline"&gt;New!&lt;/span&gt;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.brand-underline { text-decoration: underline wavy; text-underline-offset: 4px;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Tailwind + Custom,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10/tailwind-custom-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0928" y="3322320"/>
            <a:ext cx="2529840" cy="1584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10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Mobile-first: base styles for small screens, then add complexity with min-width media queries.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viewport meta tag is required for media queries to work correctly on real phones.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 (%, rem, vw, vh) scale relative to something else, unlike fixed px.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 combine with and (all true), comma (any true), and not (inverts) — and test more than width.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max-width: 100%; height: auto; keeps images from overflowing their container.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gives finished components; Tailwind gives composable utilities — both expect your own custom CSS on top.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10: Responsive Design and Framework Fundamentals</dc:title>
  <dc:subject>CSC336 Web Technologies</dc:subject>
  <dc:creator>Usman Akram</dc:creator>
  <cp:lastModifiedBy>Usman Akram</cp:lastModifiedBy>
  <cp:revision>1</cp:revision>
  <dcterms:created xsi:type="dcterms:W3CDTF">2026-09-13T11:38:24Z</dcterms:created>
  <dcterms:modified xsi:type="dcterms:W3CDTF">2026-09-13T11:38:24Z</dcterms:modified>
</cp:coreProperties>
</file>
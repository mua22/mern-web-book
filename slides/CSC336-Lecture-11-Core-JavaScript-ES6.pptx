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5" r:id="rId46"/>
    <p:sldId id="296" r:id="rId47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  <Relationship Id="rId46" Type="http://schemas.openxmlformats.org/officeDocument/2006/relationships/slide" Target="slides/slide40.xml"/>
  <Relationship Id="rId47" Type="http://schemas.openxmlformats.org/officeDocument/2006/relationships/slide" Target="slides/slide41.xml"/>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uinotes.co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cuinotes.co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cuinotes.co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cuinotes.co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cuinotes.co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cuinotes.co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cuinotes.com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cuinotes.com" TargetMode="External"/></Relationships>
</file>

<file path=ppt/slides/_rels/slide4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4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JavaScript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Concepts (ES6+)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Functions, closures, and objects — the rules that make JavaScript feel different from every language you already know.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JavaScript's role on the web, and how to embed it in a page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0888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5088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3573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var, let, and const — plus primitive vs. reference types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05181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0518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97865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Operators, type coercion, and == vs. ===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59473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35947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52158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hoisting, and the temporal dead zone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write a function, and ES6 parameter/destructuring features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468058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46805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60743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is determined, and controlling it with call, apply, bind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22351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85800" y="52235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15035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 — what they are, why they matter, and common pitfalls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5800" y="576643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85800" y="57664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69328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Objects, arrays, template literals, and ES6 modules</a:t>
            </a:r>
            <a:endParaRPr lang="en-US" sz="1500" dirty="0"/>
          </a:p>
        </p:txBody>
      </p:sp>
      <p:sp>
        <p:nvSpPr>
          <p:cNvPr id="3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Layers of a Web Page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60350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content exists on the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content looks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page reacts and changes over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runs client-side, inside the browser, on the user's own computer — not on the server.</a:t>
            </a:r>
            <a:endParaRPr lang="en-US" sz="115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JS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Add JavaScript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&lt;!-- 1. Inline: avoid -- hard to maintain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onclick="alert('Hello!')"&gt;Click me&lt;/button&gt;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&lt;!-- 2. Internal: inside a &lt;script&gt; tag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console.log("Hello from an internal script");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&lt;!-- 3. External: linked .js file -- the standard approach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src="app.js"&gt;&lt;/script&gt;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scripts keep HTML and JS in separate files, and the browser can cache the .js file across page loads.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 vs. async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 defer&gt;&lt;/script&gt;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src="analytics.js" async&gt;&lt;/script&gt;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 a &lt;script&gt; tag stops HTML parsing, downloads, and runs immediately -- defer and async change that.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defer: Downloads in the Background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meets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 defer&gt;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keeps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finishes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defer scripts run in the order they appear. Use defer for scripts that need the DOM to exist -- most of the time.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async: Runs the Moment It Arrives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meets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 async&gt;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immediately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download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interrupt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parsing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can run out of order. Use async only for independent scripts that don't touch the page, like analytics trackers.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of Thumb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defer on almost every script you write. Reach for async only for scripts that do not depend on the DOM and do not need to run in a specific order.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var, let, and const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oldStyle = "avoid me";   // function-scoped, redeclarable -- legacy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counter = 0;             // block-scoped, can be reassigned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PI = 3.14159;          // block-scoped, cannot be reassigned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const by default. Use let when the value must change. Avoid var -- it predates modern JS and has confusing scoping rules.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 Does Not Mean "Unchangeable Value"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only prevents reassigning the variable itself. If the value is an object or array, its contents can still be changed.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 Locks the Binding, Not the Contents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person = { name: "Ali"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person.name = "Sara"; // allowed -- we didn't reassign `person`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person = {};        // NOT allowed -- this would throw an error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Primitive vs. Reference Types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5720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string, number, boolean, undefined, null, symbol, bigint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object, array,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actual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pointer to a location in memory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(a real, independent copy)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(both point to the same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by Value vs. Copy by Reference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Primitives copy by value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5;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 = a; // b gets its own copy of 5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10;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console.log(a); // 5 -- unaffected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Objects copy by reference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obj1 = { value: 5 };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obj2 = obj1; // obj2 points to the SAME object as obj1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obj2.value = 10;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console.log(obj1.value); // 10 -- obj1 changed too!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distinction explains a huge number of beginner bugs -- keep it in mind whenever you assign one variable to another.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Coercion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2116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4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console.log("5" + 3);        // "53"  -- number coerced to string, then joined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console.log("5" - 3);        // 2     -- string coerced to number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console.log(1 + true);       // 2     -- true coerced to 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console.log(null + 1);       // 1     -- null coerces to 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console.log(undefined + 1);  // NaN   -- undefined coerces to NaN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console.log("10" == 10);     // true  -- coercion happens before comparing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console.log("10" === 10);    // false -- no coercion, types differ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46676"/>
            <a:ext cx="10911535" cy="1658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(“loose equality”) converts both sides to a common type first. === (“strict equality”) compares value and type, with no conversion. null and undefined behave differently under coercion — that difference trips up beginners constantly.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Prefer === and !==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 equality produces surprising results ("" == 0 is true, null == undefined is true). Using strict equality by default avoids an entire category of bugs.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else and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hour = 14;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(hour &lt; 12)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morning");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if (hour &lt; 18)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afternoon");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evening");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i = 0; i &lt; 3; i++)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console.log("Iteration", i);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day = "Mon";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 (day)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"Sat":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"Sun":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console.log("Weekend");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console.log("Weekday");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compares with === internally, and each case needs a break -- otherwise execution "falls through" into the next case.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Scope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scope: declared outside any function or block; visible everywhere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scope: var is visible anywhere inside the function it was declared in, even inside nested blocks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scope: let and const are visible only inside the { } block where they were declared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 Leaks Out of a Block; let Does Not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demo()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(true)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fnScoped = "I leak out of the if-block";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blockScoped = "I stay inside the if-block";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console.log(fnScoped);    // works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console.log(blockScoped); // ReferenceError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HOISTING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Hoisting and the Temporal Dead Zone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console.log(x); // undefined -- not an error, it's "hoisted"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x = 5;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console.log(y); // ReferenceError: Cannot access 'y' before initialization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y = 5;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is hoisted and initialized with undefined. let/const are hoisted but NOT initialized -- the gap is the temporal dead zone (TDZ).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HOISTING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TDZ Is a Good Thing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TDZ turns a silent bug (accidentally using a variable before it has a real value) into a loud, immediate error, which makes mistakes far easier to catch.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Write a Function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Function declaration -- hoisted, callable before it appears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add(a, b)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 + 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Function expression -- NOT hoisted the same way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subtract = function (a, b)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 - 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Arrow function -- shorter, ES6 (2015)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multiply = (a, b) =&gt; { return a * b; };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square = x =&gt; x * x; // single-expression shortcut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One Should You Use?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function declarations for top-level, named functions -- they are easy to read and are hoisted. Use arrow functions for short, inline callbacks.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 and Rest Parameters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greet(name = "Guest")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console.log(`Hello, ${name}!`);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greet();         // "Hello, Guest!"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greet("Ayesha"); // "Hello, Ayesha!"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sum(...numbers)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numbers.reduce((total, n) =&gt; total + n, 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sum(1, 2, 3, 4); // 10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Spread Operator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nums = [1, 2, 3];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console.log(Math.max(...nums)); // same as Math.max(1, 2, 3)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arr1 = [1, 2];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arr2 = [3, 4];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combined = [...arr1, ...arr2]; // [1, 2, 3, 4]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defaults = { color: "blue", size: "M"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custom = { ...defaults, size: "L" }; // { color: "blue", size: "L"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vs. Spread -- Same Dots, Opposite Direction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gathers many values into one array (used in a function's parameter list). Spread expands one array or object into many values (used when calling a function or building a new array/object).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DESTRUCTURING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Unpacking Arrays and Objects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Array destructuring -- position matters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coordinates = [10, 20];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[x, y] = coordinates;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 destructuring -- name matters, order doesn't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student = { name: "Bilal", age: 21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name, age } = student;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Renaming and default values while destructuring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name: studentName, gpa = 0 } = student;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Depends on How You Call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brand: "Toyota",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describe: function 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console.log(`This is a ${this.brand}`);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car.describe(); // "This is a Toyota" -- called as car.describe()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detached = car.describe;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detached(); // "This is a undefined" -- `this` is no longer `car`!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call, apply, and bind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describe(city)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console.log(`${this.brand} is from ${city}`);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 = { brand: "Honda"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describe.call(car, "Tokyo");    // pass `this` and args individually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describe.apply(car, ["Tokyo"]); // pass `this` and args as an array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bound = describe.bind(car); // returns a NEW function, `this` locked in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bound("Tokyo");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does NOT call the function -- it returns a new function permanently bound to thisArg, useful when passing a method as a callback.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Arrow Functions and this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functions do not have their own this. Instead they use this from the surrounding ("lexical") scope where they were defined -- ideal for callbacks inside methods.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Arrow Callbacks Are Ideal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timer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seconds: 0,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start: function 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setInterval(()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this.seconds++; // `this` is `timer`, inherited from `start`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console.log(this.seconds);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 1000);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function() here would have its OWN this -- not timer -- and this.seconds++ would fail.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Function That Remembers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makeCounter()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count = 0; // "enclosed" by the returned function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function ()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count++;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counter1 = makeCounter();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console.log(counter1()); // 1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console.log(counter1()); // 2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counter2 = makeCounter(); // a completely separate `count`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console.log(counter2()); // 1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to makeCounter() creates a brand-new count and a brand-new inner function with a private reference to it.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Uses of Closures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privacy: count above cannot be accessed except through the returned function -- a simple form of encapsulation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factories: creating specialized functions, like makeCounter above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that need context: event handlers and setTimeout callbacks often rely on closures to remember values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Classic Loop Pitfall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BUGGY: prints 3, 3, 3 -- `var` is function-scoped, all three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callbacks share the SAME `i`, whose final value is 3.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(var i = 1; i &lt;= 3; i++)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setTimeout(() =&gt; console.log(i), 100);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FIXED: prints 1, 2, 3 -- `let` creates a NEW `i` per iteration.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j = 1; j &lt;= 3; j++)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setTimeout(() =&gt; console.log(j), 100);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one of the strongest practical reasons to prefer let over var.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&amp; ARRAYS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Grouping and Listing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book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"Eloquent JavaScript",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year: 2024,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tags: ["javascript", "programming"],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console.log(book.title);      // dot notation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console.log(book["year"]);    // bracket notation -- for dynamic keys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book.pages = 472;             // add a new property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numbers = [10, 20, 30];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numbers.push(40);             // add to the end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console.log(numbers.length);  // 4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LITERALS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Backtick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name = "Hina";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score = 92;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Old way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console.log("Hello " + name + ", your score is " + score + "%.");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Template literal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console.log(`Hello ${name}, your score is ${score}%.`);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multiLine = `Line one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two`;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literals embed expressions with ${} and let strings span multiple lines without special characters.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MODULES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 and import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mathUtils.js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add(a, b) { return a + b;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PI = 3.14159;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multiply(a, b) { return a * b;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multiply, { add, PI } from "./mathUtils.js";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console.log(add(2, 3));      // 5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console.log(multiply(2, 3)); // 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module's variables and functions are private by default -- you must explicitly export what other files can use.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MODULES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 Are Deferred Automatically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63040"/>
          </a:xfrm>
          <a:prstGeom prst="roundRect">
            <a:avLst>
              <a:gd name="adj" fmla="val 3750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type="module" to the script tag to use modules in the browser: &lt;script type="module" src="main.js"&gt;&lt;/script&gt;. Module scripts behave like defer by default -- they don't block HTML parsing.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11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adds behavior to a page; use defer for scripts needing the DOM, async for independent ones.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const by default, let when reassignment is needed, and avoid var.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Primitives copy by value; objects and arrays copy by reference -- a frequent source of beginner bugs.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=== / !== instead of == / != to avoid unexpected type coercion.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let/const are block-scoped and sit in the temporal dead zone; var is function-scoped and hoisted as undefined.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depends on how a function is called; call/apply/bind control it explicitly, arrow functions inherit it lexically.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closure lets an inner function remember its outer function's variables after that function has returned.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Coercion — Tricky Gotchas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2116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4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console.log([] + []);           // ""       -- both arrays coerce to "", then join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console.log([] + {});           // "[object Object]"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console.log([1,2] + [3,4]);     // "1,23,4"  -- arrays coerce via toString(), then join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console.log(1 + "2" + 3);       // "123"     -- left to right: 1+"2"="12", then +3="123"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console.log(1 + 2 + "3");       // "33"      -- left to right: 1+2=3, then 3+"3"="33"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console.log("" == 0);           // true      -- "" coerces to 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console.log(null == undefined); // true      -- special case; null === undefined is false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46676"/>
            <a:ext cx="10911535" cy="1658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 happens strictly left to right, one operation at a time — the ORDER of mixed operands changes the result. These are exactly the surprises === avoids.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Explicit Type Conversion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2116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4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console.log(Number("42"));      // 42     -- string to number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console.log(Number(""));        // 0      -- empty string converts to 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console.log(Number("abc"));     // NaN    -- not a valid number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console.log(String(42));        // "42"   -- number to string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console.log(Boolean(0));        // false  -- falsy: 0, "", null, undefined, NaN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console.log(Boolean("hi"));     // true   -- any non-empty string is truthy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console.log(parseInt("42px"));  // 42     -- parses leading digits, ignores the rest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46676"/>
            <a:ext cx="10911535" cy="1658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Number(), String(), and Boolean() explicitly convert a value’s type — unlike coercion, the conversion is intentional and visible in the code. parseInt()/parseFloat() pull a leading number out of a string.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11: Core JavaScript Concepts (ES6+)</dc:title>
  <dc:subject>CSC336 Web Technologies</dc:subject>
  <dc:creator>Usman Akram</dc:creator>
  <cp:lastModifiedBy>Usman Akram</cp:lastModifiedBy>
  <cp:revision>1</cp:revision>
  <dcterms:created xsi:type="dcterms:W3CDTF">2026-09-22T05:49:15Z</dcterms:created>
  <dcterms:modified xsi:type="dcterms:W3CDTF">2026-09-22T05:49:15Z</dcterms:modified>
</cp:coreProperties>
</file>
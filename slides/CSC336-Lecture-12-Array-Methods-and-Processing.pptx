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cuinotes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cuinotes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cuinotes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cuinotes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cuinotes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cuinotes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cuinotes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cuinotes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uinotes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uinotes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uinotes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uinotes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uinotes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uinotes.com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cuinotes.com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cuinotes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cuinotes.com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cuinotes.com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uinotes.com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uinotes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cuinotes.com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cuinotes.com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cuinotes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Array Methods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Processing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Saying what you want done to a list, not how to loop through it — the highest-leverage skill for the rest of this course.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Iterating over arrays with forEach and for...of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6898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689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167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Transforming with map, selecting with filter, aggregating with reduce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4137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413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3406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Searching and testing with find, some, and every, and ordering with sort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1376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41376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0645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Frequently used string and object methods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48615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85800" y="486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7884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chaining — expressing a data pipeline in one readable expression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5854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85800" y="5585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55123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in an immutable, functional style, and avoiding common mutation mistakes</a:t>
            </a:r>
            <a:endParaRPr lang="en-US" sz="1500" dirty="0"/>
          </a:p>
        </p:txBody>
      </p:sp>
      <p:sp>
        <p:nvSpPr>
          <p:cNvPr id="24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forEach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82240"/>
          </a:xfrm>
          <a:prstGeom prst="roundRect">
            <a:avLst>
              <a:gd name="adj" fmla="val 272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22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fruits = ["apple", "banana", "cherry"];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fruits.forEach((fruit, index)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console.log(`${index}: ${fruit}`);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0: apple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1: banana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2: cherry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876800"/>
            <a:ext cx="10911535" cy="1386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forEach runs a function once per element. It always returns undefined -- use it purely for side effects, like logging.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for...of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615440"/>
          </a:xfrm>
          <a:prstGeom prst="roundRect">
            <a:avLst>
              <a:gd name="adj" fmla="val 452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(const fruit of fruits)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(fruit === "banana") continue;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console.log(fruit);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810000"/>
            <a:ext cx="10911535" cy="2453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for...of is a loop construct (not a method) that iterates over the VALUES of any iterable, and supports break/continue, unlike forEach.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for...in vs. for...of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for...in iterates over an object's KEYS (or an array's indexes) and is generally used for plain objects. for...of iterates over VALUES and is generally preferred for arrays. Mixing them up is a common source of bugs.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 -- Same Length In, Same Length Out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615440"/>
          </a:xfrm>
          <a:prstGeom prst="roundRect">
            <a:avLst>
              <a:gd name="adj" fmla="val 452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prices = [100, 200, 300];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withTax = prices.map(price =&gt; price * 1.15);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console.log(withTax); // [115, 230, 345]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console.log(prices);  // [100, 200, 300] -- original untouched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810000"/>
            <a:ext cx="10911535" cy="2453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creates a NEW array by applying a function to every element -- ideal for converting every item into something else.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 -- Keep Only What Matches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numbers = [1, 2, 3, 4, 5, 6];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evens = numbers.filter(n =&gt; n % 2 === 0);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console.log(evens); // [2, 4, 6]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43300"/>
            <a:ext cx="10911535" cy="2720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creates a NEW array with only the elements for which the function returns true -- the result can be shorter than the original.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reduce -- Boil It Down to One Value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cart = [10, 20, 30];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total = cart.reduce((accumulator, price) =&gt; accumulator + price, 0);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console.log(total); // 60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43300"/>
            <a:ext cx="10911535" cy="2720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takes the combining function and an INITIAL VALUE for the accumulator -- here, 0.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Walking Through reduce, Step by Step</a:t>
            </a:r>
            <a:endParaRPr lang="en-US" sz="3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3200400"/>
                <a:gridCol w="32004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accumulator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reduce Can Build Objects Too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148840"/>
          </a:xfrm>
          <a:prstGeom prst="roundRect">
            <a:avLst>
              <a:gd name="adj" fmla="val 3404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words = ["cat", "dog", "cat", "bird", "dog", "cat"];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counts = words.reduce((acc, word)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acc[word] = (acc[word] || 0) + 1;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acc;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 {});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console.log(counts); // { cat: 3, dog: 2, bird: 1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343400"/>
            <a:ext cx="109115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is more powerful than it looks -- you can use it to count occurrences, or even implement map/filter yourself.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find, some, and every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users = [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id: 1, name: "Ali", active: true },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id: 2, name: "Sara", active: false },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id: 3, name: "Bilal", active: true },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users.find(u =&gt; u.id === 2);          // { id: 2, name: "Sara", ...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users.some(u =&gt; u.active === false);  // true -- AT LEAST ONE matches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users.every(u =&gt; u.active === true);  // false -- not ALL match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143500"/>
            <a:ext cx="10911535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returns the FIRST matching element (or undefined); some/every return booleans.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sort -- Mutates in Place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615440"/>
          </a:xfrm>
          <a:prstGeom prst="roundRect">
            <a:avLst>
              <a:gd name="adj" fmla="val 452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nums = [40, 1, 5, 200];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console.log(nums.sort());               // [1, 200, 40, 5] -- WRONG (strings!)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console.log(nums.sort((a, b) =&gt; a - b)); // [1, 5, 40, 200] -- ascending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console.log(nums.sort((a, b) =&gt; b - a)); // [200, 40, 5, 1] -- descending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810000"/>
            <a:ext cx="10911535" cy="2453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comparison function, sort converts elements to strings first. (a,b)=&gt;a-b is negative when a comes first, positive when b comes first.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sort Mutates the Array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map and filter, sort (and also reverse, push, pop, splice) change the original array instead of returning a new one. If you need to keep the original order intact, sort a copy: [...nums].sort((a, b) =&gt; a - b).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STRINGS &amp; OBJECTS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Frequently Used String Methods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15540"/>
          </a:xfrm>
          <a:prstGeom prst="roundRect">
            <a:avLst>
              <a:gd name="adj" fmla="val 302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58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text = "  Hello, World!  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text.trim();               // "Hello, World!"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text.toLowerCase();        // "  hello, world!  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text.includes("World");    // true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text.trim().split(", ");   // ["Hello", "World!"]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"5".padStart(3, "0");      // "005"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`Hi ${"Ali"}`.slice(0, 2); // "Hi"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STRINGS &amp; OBJECTS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Frequently Used Object Methods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15540"/>
          </a:xfrm>
          <a:prstGeom prst="roundRect">
            <a:avLst>
              <a:gd name="adj" fmla="val 302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58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person = { name: "Ayesha", age: 22 };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Object.keys(person);   // ["name", "age"]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Object.values(person); // ["Ayesha", 22]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Object.entries(person); // [["name","Ayesha"], ["age",22]]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merged = Object.assign({}, person, { age: 23 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console.log(merged); // { name: "Ayesha", age: 23 } -- person unchanged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CHAINING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Readable Multi-Step Pipeline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15640"/>
          </a:xfrm>
          <a:prstGeom prst="roundRect">
            <a:avLst>
              <a:gd name="adj" fmla="val 2275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75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orders = [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item: "Book", price: 20, qty: 2 },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item: "Pen", price: 2, qty: 10 },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item: "Laptop", price: 800, qty: 1 },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totalForExpensiveItems = orders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.filter(order =&gt; order.price &gt; 5)              // keep Book, Laptop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.map(order =&gt; order.price * order.qty)          // [40, 800]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.reduce((sum, lineTotal) =&gt; sum + lineTotal, 0); // 840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10200"/>
            <a:ext cx="1091153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map, filter, and similar methods return NEW arrays, you can call another array method directly on the result.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CHAINING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Pipeline, Step by Step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array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 items)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990774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93694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585134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&gt; 5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[Book, Laptop]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44388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347308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38748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* qty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[40, 800]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698001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9200921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9292361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840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343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takes the previous stage's output array as its input -- filter narrows the list, map transforms it, reduce collapses it to one number.</a:t>
            </a:r>
            <a:endParaRPr lang="en-US" sz="1300" dirty="0"/>
          </a:p>
        </p:txBody>
      </p:sp>
      <p:sp>
        <p:nvSpPr>
          <p:cNvPr id="1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CHAINING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Chains Top to Bottom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chain gets long, put each method call on its own line. It reads like a numbered list of steps, and makes it much easier to see which step introduced a bug.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IMMUTABILITY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Mutating vs. Immutable Style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31920"/>
          </a:xfrm>
          <a:prstGeom prst="roundRect">
            <a:avLst>
              <a:gd name="adj" fmla="val 1860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Mutating (avoid)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addItemMutating(cart, item) {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cart.push(item); // changes the original array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cart;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Immutable (prefer)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addItemImmutable(cart, item) {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[...cart, item]; // returns a brand-new array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cart = ["Book"];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newCart = addItemImmutable(cart, "Pen");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console.log(cart);    // ["Book"] -- untouched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console.log(newCart); // ["Book", "Pen"]</a:t>
            </a:r>
            <a:endParaRPr lang="en-US" sz="1184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IMMUTABILITY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Idea for Objects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82040"/>
          </a:xfrm>
          <a:prstGeom prst="roundRect">
            <a:avLst>
              <a:gd name="adj" fmla="val 676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settings = { theme: "light", fontSize: 14 };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updated = { ...settings, theme: "dark" }; // new object, settings unchanged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76600"/>
            <a:ext cx="10911535" cy="298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map, filter, and reduce are all immutable by nature -- they never touch the original array. This is required by frameworks like React, which detect changes by comparing old and new data.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MISTAKES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Methods That Mutate vs. Methods That Don't</a:t>
            </a:r>
            <a:endParaRPr lang="en-US" sz="3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5303520"/>
                <a:gridCol w="566928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Mutates the original array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 a new array, leaves original alone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push, pop, shift, unshift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map, filter, slice, concat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reduce (usually)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sort, reverse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spread ([...arr])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035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these two columns up is one of the most common sources of bugs in JavaScript array code.</a:t>
            </a:r>
            <a:endParaRPr lang="en-US" sz="1150" dirty="0"/>
          </a:p>
        </p:txBody>
      </p:sp>
      <p:sp>
        <p:nvSpPr>
          <p:cNvPr id="23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MISTAKES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More Frequent Mistakes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482340"/>
          </a:xfrm>
          <a:prstGeom prst="roundRect">
            <a:avLst>
              <a:gd name="adj" fmla="val 210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025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1. forEach always returns undefined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doubled = [1, 2, 3].forEach(n =&gt; n * 2); // WRONG -- use map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2. Missing initial value in reduce on an empty array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empty = [];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empty.reduce((a, b) =&gt; a + b); // TypeError!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safe = empty.reduce((a, b) =&gt; a + b, 0); // 0 -- safe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3. == instead of === inside filter/find callbacks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strNums = ["1", "2", "3"];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strNums.filter(n =&gt; n === 2); // [] -- "2" !== 2 (types differ)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12 in Seven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forEach or for...of to just walk through an array; use map, filter, and reduce to produce a new value.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860766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22960" y="286076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769326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transforms every element (same length in/out); filter selects a subset; reduce combines it all into one result.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435531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22960" y="3435531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344091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returns the first match (or undefined); some/every return booleans about whether any/all elements match.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010297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22960" y="4010297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918857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(like push, splice, and reverse) mutates the original array -- copy first with [...arr] to keep the original order.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585063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2960" y="4585063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493623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chaining expresses multi-step data pipelines clearly, but put each call on its own line once a chain gets long.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159829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22960" y="515982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068389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an immutable, functional style -- return new arrays/objects instead of mutating existing ones, especially for React.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5734594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22960" y="573459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5643154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pass an initial value to reduce to avoid a runtime error on empty arrays.</a:t>
            </a:r>
            <a:endParaRPr lang="en-US" sz="1250" dirty="0"/>
          </a:p>
        </p:txBody>
      </p:sp>
      <p:sp>
        <p:nvSpPr>
          <p:cNvPr id="27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12: Array Methods and Data Processing</dc:title>
  <dc:subject>CSC336 Web Technologies</dc:subject>
  <dc:creator>Usman Akram</dc:creator>
  <cp:lastModifiedBy>Usman Akram</cp:lastModifiedBy>
  <cp:revision>1</cp:revision>
  <dcterms:created xsi:type="dcterms:W3CDTF">2026-09-22T05:49:16Z</dcterms:created>
  <dcterms:modified xsi:type="dcterms:W3CDTF">2026-09-22T05:49:16Z</dcterms:modified>
</cp:coreProperties>
</file>
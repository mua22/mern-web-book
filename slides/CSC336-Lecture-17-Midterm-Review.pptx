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Midterm Review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topic today -- a consolidated checkpoint across everything from "what is the web" to your first Express server.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-- how Units 1 through 5 (so far) connect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86446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5864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13294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recap: Foundations of the Web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06931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2069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33779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recap: Markup Languages (HTML)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27417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38274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54265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recap: Styling with CSS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447903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4479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74751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recap: Modern JavaScript (ES6+)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068389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0683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95237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recap (so far): Server-Side Programming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688874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5800" y="56888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61572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 and study tips</a:t>
            </a:r>
            <a:endParaRPr lang="en-US" sz="15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Units Connect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63140" y="2971800"/>
            <a:ext cx="9144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63140" y="3931920"/>
            <a:ext cx="9144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V="1">
            <a:off x="3886200" y="4114800"/>
            <a:ext cx="411480" cy="4114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43800" y="4114800"/>
            <a:ext cx="411480" cy="45720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886200" y="2468880"/>
            <a:ext cx="2034540" cy="1234440"/>
          </a:xfrm>
          <a:prstGeom prst="line">
            <a:avLst/>
          </a:prstGeom>
          <a:noFill/>
          <a:ln w="25400">
            <a:solidFill>
              <a:srgbClr val="5D5D72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989070" y="293979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request/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everywhere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246120" cy="8229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94944" y="214884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Web Fundamentals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vs. Web, client-server,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HTTP/HTTPS, DNS, tiered arch.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246120" cy="64008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94944" y="32918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HTML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content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3246120" cy="64008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94944" y="42519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3: CSS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3246120" cy="8229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52544" y="370332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4: JavaScript (ES6+)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syntax, arrays, DOM,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regex/JSON, async/fetch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4251960"/>
            <a:ext cx="3246120" cy="82296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010144" y="42519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(started):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Programming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first server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client-server, request-response model from Unit 1 never went away -- fetch() on the client (Unit 4) now calls the server you just learned to build (Unit 5).</a:t>
            </a:r>
            <a:endParaRPr lang="en-US" sz="125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the Web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the global network; the Web is one service (HTML, URLs, HTTP) running on top of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728341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435733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request-response model: the server does nothing until asked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7126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297865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breaks into scheme, host, port, path, query string, and fragment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814191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3521583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defines the request/response rules; HTTPS adds encryption (TLS)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3571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0645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translates domain names into IP addresses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900041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60120" y="4607433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bodies: W3C, WHATWG, ECMA, IETF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44296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60120" y="515035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content; MPA vs. SPA vs. PWA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985891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60120" y="5693283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architecture: 2-tier, 3-tier, n-tier -- know where client, server, and database sit</a:t>
            </a:r>
            <a:endParaRPr lang="en-US" sz="15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Gotcha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say "the Internet" when they mean "the Web," and confuse a web server (software) with the physical machine it runs on. Be precise with this vocabulary on the exam.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 Languages (HTML)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Elements: opening tags, content, closing tags -- some are void (self-closing), like &lt;img&gt; and &lt;br&gt;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(&lt;header&gt;, &lt;nav&gt;, &lt;main&gt;, &lt;article&gt;, &lt;section&gt;, &lt;footer&gt;) describes MEANING, not appearance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(&lt;form&gt;, &lt;input&gt;, &lt;label&gt;, &lt;select&gt;, &lt;textarea&gt;, &lt;button&gt;) collect user input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&lt;input&gt; should be paired with a &lt;label&gt; (via for/id) for accessibility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47725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518464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added structural/multimedia elements and new input types with built-in validation</a:t>
            </a:r>
            <a:endParaRPr lang="en-US" sz="15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Gotcha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"Semantic" does not mean "styled differently by default" -- most semantic elements look like a plain &lt;div&gt; until you add CSS. Their value is in meaning, not looks.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with CSS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content, padding, border, margin, in that order, moving outward -- box-sizing: border-box includes padding/border in width/height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093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6167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static, relative, absolute, fixed, sticky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6332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3406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context and z-index only work on positioned (non-static) elements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3571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0645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CSS3: transitions, animations, custom properties, media queries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0810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7884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Flexbox: one-dimensional layout; Grid: two-dimensional layout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58049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60120" y="55123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design: relative units, media queries, flexible layouts, and frameworks (Bootstrap, Tailwind)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Gotcha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 (adjacent vertical margins combining into one) and the difference between justify-content (main axis) vs. align-items (cross axis) in Flexbox are two of the most frequently missed exam points.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JavaScript (ES6+)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syntax: let/const (prefer over var), arrow functions, template literals, destructuring, spread/rest, classes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093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6167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methods: map, filter, reduce, find, forEach -- process data without manual loops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6332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3406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manipulation: document.querySelector and similar, changing content/attributes/classes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3571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0645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addEventListener, the event object, event bubbling/capturing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0810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7884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for pattern matching; JSON.stringify/JSON.parse for data exchange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58049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60120" y="55123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JavaScript: callbacks -&gt; promises -&gt; async/await; fetch() for HTTP requests from JS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Gotcha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is still promise-based under the hood -- a function marked async always returns a promise, and await only works inside an async function (or at a module's top level). Forgetting to await a promise is one of the most common async bugs.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RECAP (SO FAR)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Programming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code runs in the browser and is visible/editable by the user; server-side code runs on a machine you control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is a JavaScript runtime (built on Chrome's V8 engine) that runs JS outside the browser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achieves high concurrency through non-blocking I/O and the event loop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manages reusable packages, tracked in package.json, downloaded into node_modules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47725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518464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Express.js: express() creates an app, app.get('/path', handler) defines routes, app.listen(port) starts the server</a:t>
            </a:r>
            <a:endParaRPr lang="en-US" sz="15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Yourself -- Questions 1-6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Explain, in your own words, the difference between the Internet and the Web.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Draw the request-response cycle for a page with one image and one stylesheet. How many requests happen?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DNS do, and why can't browsers just use domain names directly?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 a 3-tier architecture, name the three tiers and one responsibility of each.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difference between semantic and non-semantic HTML? Give an example of each.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Explain the box model. width:200px, padding:10px, border:2px -- rendered width under default vs. border-box?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Yourself -- Questions 7-12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When would you choose Flexbox over Grid, and vice versa?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difference between map and forEach? Why choose one over the other?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Explain what a promise represents, and describe its three states.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Why is client-side validation alone never sufficient for security? What must also happen on the server?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What does "non-blocking I/O" mean, and why does it let Node.js handle many requests on one thread?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Walk through what happens when you run node index.js on a basic Express app, from start to a browser response.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Study for the Midterm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re-read passively -- close your notes and explain each concept out loud, or write it from memory, then check yourself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couple of small code examples from scratch (from memory, not copy-paste) -- typing it yourself cements it far better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extra time on the "Common gotcha" boxes -- they call out the mistakes students make most often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topics by layer: what happens in the browser (HTML/CSS/client-side JS) vs. on the server (Node.js/Express)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47725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518464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topic still feels shaky, revisit that lecture's "Try It Yourself" exercise and actually do it again</a:t>
            </a:r>
            <a:endParaRPr lang="en-US" sz="15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Midterm Spans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the client-server, request-response model and the vocabulary (URL, HTTP/HTTPS, DNS, tiered architecture) that everything else builds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HTML structure, semantics, and forms -- meaning over appearance.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3: CSS presentation -- the box model, positioning, Flexbox/Grid, and responsive design.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4: modern JavaScript -- ES6+ syntax, array methods, the DOM, events, and asynchronous code with promises/async/await.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(so far): server-side programming -- Node.js's event loop, npm, and your first Express routes.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what happens in the browser vs. on the server, under time pressure, is the single most common source of lost marks -- review the "Common gotcha" boxes one more time before the exam.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17: Midterm Review</dc:title>
  <dc:subject>CSC336 Web Technologies</dc:subject>
  <dc:creator>Usman Akram</dc:creator>
  <cp:lastModifiedBy>Usman Akram</cp:lastModifiedBy>
  <cp:revision>1</cp:revision>
  <dcterms:created xsi:type="dcterms:W3CDTF">2026-09-22T05:49:17Z</dcterms:created>
  <dcterms:modified xsi:type="dcterms:W3CDTF">2026-09-22T05:49:17Z</dcterms:modified>
</cp:coreProperties>
</file>
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Headers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three-digit codes and metadata headers that tell every client exactly what happened — and how to set them yourself in Express.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five status code families (1xx–5xx) and what each broadly means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exact meaning and correct use of the most common specific status codes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request headers: Accept, Content-Type, Authorization, User-Agent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response headers: Content-Type, Cache-Control, Set-Cookie, Location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content negotiation — how client and server agree on a response format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Response Carries Two Things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three-digit status code that summarizes what happened, at a glance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headers — key-value metadata about the request or response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these correctly in your own Express routes is what makes your API behave the way browsers, other servers, and mobile apps expect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FAMILIES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Families, By First Digit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digit tells you, at a glance, what kind of outcome occurred — before you even read the rest of the response.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FAMILIES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Family Means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979615"/>
                <a:gridCol w="20116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1xx Informational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received and understood; processing continues (rare in typical apps)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2xx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received, understood, and accepted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3xx Redirection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action needed, usually following a different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4xx Client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syntax, invalid data, or something the client did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5xx Server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server failed on an otherwise-valid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FAMILIES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 Debugging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857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habit: 4xx means "look at what the client sent" — a bad request, a missing field, an unauthenticated user. 5xx means "look at your server code" — an unhandled exception, a database that's down, a bug. This distinction guides where you start debugging.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FAMILIES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 Status Code in Express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res.status(201).json({ message: 'Book created successfully' 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never call .status(), Express defaults to 200.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and Redirection Codes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7619695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success code with a body — successful GET, PUT, 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resource was created — the standard response to a POST that creates something, often paired with a Location 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Success, but nothing to send back — a typical DELETE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/ 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/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= permanently moved (update links); 302 = temporarily moved — the new URL is in the Location 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and Server Error Codes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761969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request — broken JSON or a required field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 credentials provided — "you need to log in"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Authenticated, but not allowed to do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resource exists at this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 with the resource's current state — e.g. email already taken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Unprocessable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Well-formed request, but the data fails validation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Something broke on the server — an unhandled exception or 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 vs. 403 — A Very Common Mix-Up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60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really means "I don't know who you are" — not logged in, missing or invalid credentials. 403 Forbidden means "I know who you are, but you're not allowed to do this" — logged in, but insufficient permissions, like a regular user hitting an admin-only route. Many students use these interchangeably; exams and real APIs do not.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vs. 422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5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typically means the request itself is malformed at a structural level — broken JSON, wrong content type. 422 means the request was structurally fine and understood, but the data inside it fails validation — e.g. age: -5, or a missing required field in otherwise-valid JSON. Not every API distinguishes these strictly, but you should understand the difference conceptually.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 POST and Responding 201 / 400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06140"/>
          </a:xfrm>
          <a:prstGeom prst="roundRect">
            <a:avLst>
              <a:gd name="adj" fmla="val 214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app.post('/api/books', (req, res) =&gt;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title, author } = req.body;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(!title || !author)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'title and author are required'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newBook = { id: 101, title, author };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.location(`/api/books/${newBook.id}`)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.json(newBook);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00700"/>
            <a:ext cx="1091153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location() sets the Location header — where the new resource now lives.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 No Content and 404 Not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app.delete('/api/books/:id', (req, res) =&gt;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delete the book here ...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 // nothing to return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app.get('/api/books/:id', (req, res) =&gt;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null; // imagine none found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(!book)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res.status(404).json({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'Book not found'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res.status(200).json(book);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2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has no body; 404 means nothing exists at that URL.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HEADERS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Request Headers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80841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content type(s) the client can handle in the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format of the request body — what express.json() checks before parsing req.body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proving who the client is, e.g. Bearer &lt;token&gt;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the client software — browser, OS, or a tool like curl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HEADERS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Headers in Express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console.log(req.headers['user-agent']);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console.log(req.get('Accept'));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res.send('ok');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req.headers uses lowercase keys; req.get() is case-insensitive.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HEADERS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Response Headers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80841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of the response body — set automatically by res.json() / res.send()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the response may be reused before it must be re-fetched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Set-Cookie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the browser to store a cookie (covered next lecture)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 redirect points, or where a newly created resource now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HEADERS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Response Headers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app.get('/api/report',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res.set('Cache-Control', 'no-store');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generatedAt: new Date().toISOString()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app.get('/old-path',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res.redirect(301, '/new-path');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res.redirect(301, ...) sets both the 301 status and the Location header automatically.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and Server Agree on a Format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states its preferred format(s) via the Accept header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how to respond based on that — and on what it's actually able to produce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navigating to a URL sends Accept: text/html, ... — a fetch() call from a JS app might send Accept: application/json instead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Content-Negotiated Exchange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Accept: json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(json)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Accept: html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(html)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server, same route family — the Accept header the client sends decides which format the response comes back in.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res.format() in Express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app.get('/books', (req, res) =&gt;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res.format({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'application/json': () =&gt;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res.json({ books: ['Clean Code', 'Pragmatic Prog.'] });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'text/html': () =&gt;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res.send('&lt;h1&gt;Books&lt;/h1&gt;');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() =&gt;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res.status(406).send('Not Acceptable');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8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res.format() runs the callback matching the client's Accept header; unmatched types fall to default.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Already Doing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727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res.format(), you perform a simpler form of content negotiation every time you choose res.json() vs. res.send() vs. res.render() — you are deciding, on the server side, what format to return. Full content negotiation just makes that decision dynamic, based on what the client actually asked for.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19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fall into five families by their first digit: 1xx informational, 2xx success, 3xx redirection, 4xx client error, 5xx server error.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exact use of 200, 201, 204, 301/302, 400, 401, 403, 404, 409, 422, and 500 — especially 401 (not authenticated) vs. 403 (not authorized), and 400 (malformed) vs. 422 (failed validation).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request headers: Accept (what the client wants back), Content-Type (format of the request body), Authorization (credentials), User-Agent (identifies the client).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response headers: Content-Type (response format), Cache-Control (caching rules), Set-Cookie (store a cookie), Location (redirect / new resource URL).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lets a client and server agree on a response format using the Accept header; Express supports this with res.format().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 codes explicitly with res.status(code), and always choose the code that most accurately describes what happened.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19: HTTP Status Codes and Common Headers</dc:title>
  <dc:subject>CSC336 Web Technologies</dc:subject>
  <dc:creator>Usman Akram</dc:creator>
  <cp:lastModifiedBy>Usman Akram</cp:lastModifiedBy>
  <cp:revision>1</cp:revision>
  <dcterms:created xsi:type="dcterms:W3CDTF">2026-09-22T05:49:17Z</dcterms:created>
  <dcterms:modified xsi:type="dcterms:W3CDTF">2026-09-22T05:49:17Z</dcterms:modified>
</cp:coreProperties>
</file>
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Sessions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stateless protocol remembers you — logged in, mid-checkout, and everything in between.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why HTTP is stateless, and why applications need a way to manage state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cookies are created and understand their key attributes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sessions work: session identifiers and server-side session stores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session-based state management with pure cookie-based state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a full login/logout flow, including session expiry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basic security considerations for cookies and sessions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STATELESSNESS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Statelessness of HTTP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means each request is handled with no memory of any previous request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 — it's a big reason the web scales so well; a stateless server doesn't track every visitor it's ever seen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applications clearly DO remember you: logged in, cart contents, preferences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STATELESSNESS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Help, the Server Forgets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add-to-cart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(added)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/checkout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"Cart 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empty??"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extra help, the server has already forgotten the add-to-cart request by the time /checkout arrives — each request stands completely alone.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 and Sessions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management: a mechanism that lets a stateless protocol FEEL stateful by carrying identifying information along with each request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server connect separate requests together as belonging to the same visitor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main tools are cookies and sessions — often used together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Cookie?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key-value pair, generally capped around 4KB, that a server asks the browser to store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automatically resends it with every future request to that same server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building block that makes state management possible on the web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Cookie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app.get('/set-theme',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res.cookie('theme', 'dark'); // sets Set-Cookie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res.send('Theme preference saved!');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app.get('/get-theme',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console.log(req.cookies); // needs cookie-parser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res.send('Check the console for your theme.');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res.cookie() works out of the box; reading req.cookies needs extra middleware (next slide).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req.cookies Needs cookie-parser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does not parse incoming cookies into req.cookies by default — you need the small cookie-parser package (npm install cookie-parser, then app.use(require('cookie-parser')())) to read cookies sent by the browser. Setting cookies with res.cookie(), however, works out of the box.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and Reading a Cookie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/set-theme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Set-Cookie: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theme=dark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/get-theme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Cookie: theme=dark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theme=dark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stores the cookie once, then attaches it automatically to every later request to that server — no extra client-side code required.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 Attributes That Matter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409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Expires / Max-Age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cookie is deleted — without it, a session cookie (gone when the browser closes); with it, persistent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Restricts the cookie to requests under a specific path, e.g. Path=/admin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client-side JavaScript (document.cookie) from reading the cookie — defends against XSS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cookie is only ever sent over HTTPS — always use this in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Controls cross-site sending: Strict, Lax (common default), or None — a major CSRF defense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Attributes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app.get('/login',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res.cookie('sessionId', 'abc123',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maxAge: 24 * 60 * 60 * 1000, // 24 hours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httpOnly: true,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secure: true,  // HTTPS only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sameSite: 'lax'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res.send('Logged in!');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maxAge is in milliseconds; without it (or Expires) the cookie disappears when the browser closes.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Set HttpOnly on Sensitive Cookies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cookie without HttpOnly can be read — and stolen — by any JavaScript running on the page, including malicious injected scripts. Any cookie that identifies a logged-in user, like a session ID, should always be set with HttpOnly: true.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Store Data in the Cookie?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are capped around 4KB — too small for real application data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visible to (and can be tampered with by) the user unless specially protected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generally don't want sensitive data like "this user is an admin" sitting on the client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Session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identifier (session ID) is generated by the server and sent to the browser as a cookie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session data lives in a session store on the server — memory for testing, a database or Redis in production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request, the browser resends the session ID cookie; the server looks it up in its store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Creates a Session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/login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39569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42489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633929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Store: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session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4197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44489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3633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→ 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sessionId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4730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3874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Set-Cookie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46797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49717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341157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/dashboard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cookie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49206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152126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243566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Store: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ID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cookie only ever carries an opaque ID — the real data (who's logged in) stays server-side in the session store.</a:t>
            </a:r>
            <a:endParaRPr lang="en-US" sz="13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express-session Setup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session = require('express-session');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app.use(express.json());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app.use(session({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secret: 'a-long-random-secret-string',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resave: false,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saveUninitialized: false,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cookie: 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httpOnly: true,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secure: false, // true in production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maxAge: 30 * 60 * 1000 // 30 min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}));</a:t>
            </a:r>
            <a:endParaRPr lang="en-US" sz="1184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and Dashboard Routes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app.post('/login',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verify credentials against a DB first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req.session.userId = 7;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req.session.username = req.body.username;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res.send('Logged in!');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app.get('/dashboard',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(!req.session.userId)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res.status(401).send('Please log in first.');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res.send(`Welcome back, ${req.session.username}!`);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Logout Route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app.post('/logout',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req.session.destroy(()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res.send('Logged out.');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app.listen(3000);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req.session.destroy() removes the session from the store — nothing is left for the old cookie to reference.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 VS. COOKIE-BASED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the Data Actually Live?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114800"/>
                <a:gridCol w="414497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Cookie-based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Session-based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data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browser (inside the cookie)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server (in the session store)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limit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(~4KB per cookie)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Effectively unlimited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user tamper?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unless cryptographically signed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the user only holds an opaque 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needs storage?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memory, database, or Redis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Small, low-sensitivity values (theme, language)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Anything sensitive or substantial (login, cart)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 VS. COOKIE-BASED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Signed Cookies: A Middle Ground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cookies keep the actual data in the cookie, but cryptographically sign it so the server can detect tampering. This adds tamper-detection but not secrecy — the data is still visible to the user, just not undetectably editable. Still not the right choice for genuinely secret data.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LOGIN/LOGOUT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the user submits credentials to a login route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verifies the credentials against a database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valid, it creates a new session, stores data like the user's ID, and sends the session ID back as a cookie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requests: the browser attaches the session cookie automatically; the server looks up the session on each one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Logout: destroys the session on the server, and typically clears the cookie on the client too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Expiry: maxAge stops the browser from resending an old cookie; a good session store also expires the server-side data independently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LOGIN/LOGOUT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Login → Logout Sequence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39569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42489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633929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/login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+ create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4197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44489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3633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Set-Cookie: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sessionId=...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4730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3874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sent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46797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49717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341157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Logout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/logout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49206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152126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243566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session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clear cookie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someone later obtained the old session cookie, it would no longer correspond to a valid session once destroyed.</a:t>
            </a:r>
            <a:endParaRPr lang="en-US" sz="13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Security Considerations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set HttpOnly on session cookies — closes off a major theft vector (XSS)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Secure (and HTTPS) in production — the session ID is never sent in plain 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reasonable SameSite value and a reasonable maxAge — sessions that never expire are a standing risk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highly sensitive raw data (like plaintext passwords) inside a session, even server-side</a:t>
            </a:r>
            <a:endParaRPr lang="en-US" sz="1500" dirty="0"/>
          </a:p>
        </p:txBody>
      </p:sp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Destroy the Session on Logout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the session on the server side, not just by clearing the cookie in the browser — otherwise, an attacker who somehow captured the old cookie value could still use it after the user thought they had logged out.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20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is stateless: each request is handled independently, with no built-in memory of previous requests from the same client.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cookie is a small piece of data the server asks the browser to store and resend automatically, set via the Set-Cookie header.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cookie attributes: Expires/Max-Age (lifetime), Path (scope), HttpOnly (blocks client-side JS), Secure (HTTPS only), and SameSite (cross-site sending).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keeps the actual data on the server (in a session store) and uses a session identifier, held in a cookie, as the lookup key.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login/logout flow creates a session at login, checks it on each authenticated request, and destroys it at logout — sessions should always expire.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combine HttpOnly, Secure, and a sensible SameSite setting on session cookies, and always destroy sessions server-side on logout.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Cookies and Sessions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
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Development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Authentication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clean, consistent endpoints — then locking them down with sessions, JWTs, and bcrypt.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principles: resources, URIs, HTTP verbs, and statelessness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CRUD endpoints with consistent JSON response shapes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vs. token-based authentication (JWT)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passwords safely with bcrypt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routes with authentication middleware and role-based access control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(Representational State Transfer): design principles for APIs built around resources — the "nouns" of your app (a user, a post, an order)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resources go through URLs and standard HTTP methods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action per operation — avoid /getUser or /deleteUserById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and URIs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8404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URI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Resource URI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 (nested)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/api/posts/:postId/comments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/api/posts/:postId/comments/:id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Plural Nouns, No Verbs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plural nouns for resource names (/users, not /user), and never put a verb in the URI (avoid /getUsers or /deleteUser/5) — the HTTP method already communicates the action.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Verbs: What to Do With a Resource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58521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resource, never changes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/api/users/5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 resource entirely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/api/users/5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update a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/api/users/5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/api/users/5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must carry everything the server needs to process it — an auth token, for example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should not rely on remembering anything about the client from a previous request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token-based auth fits REST APIs especially well — though session-based APIs remain common, especially for server-rendered apps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Request, Routed by Method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80760" y="2651760"/>
            <a:ext cx="9144" cy="22860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1828800" y="3337560"/>
            <a:ext cx="3291840" cy="8229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560320" y="36027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>
            <a:off x="4023360" y="3566160"/>
            <a:ext cx="1554480" cy="5943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886200" y="37170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flipH="1">
            <a:off x="6126480" y="3566160"/>
            <a:ext cx="457200" cy="5943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40680" y="37170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PATCH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40880" y="3337560"/>
            <a:ext cx="1280160" cy="8229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766560" y="36027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4709160"/>
            <a:ext cx="3200400" cy="6400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023360" y="4709160"/>
            <a:ext cx="1463040" cy="5943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4709160"/>
            <a:ext cx="182880" cy="5943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6858000" y="4709160"/>
            <a:ext cx="1463040" cy="6400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2468880" cy="54864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901184" y="210312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2743200" cy="685800"/>
          </a:xfrm>
          <a:prstGeom prst="diamond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764024" y="2880360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1920240" cy="54864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77824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017520" y="4160520"/>
            <a:ext cx="1920240" cy="54864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3072384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12080" y="4160520"/>
            <a:ext cx="1920240" cy="54864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5266944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4160520"/>
            <a:ext cx="1920240" cy="54864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461504" y="41605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0" y="5303520"/>
            <a:ext cx="3931920" cy="54864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169664" y="530352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50" dirty="0"/>
          </a:p>
        </p:txBody>
      </p:sp>
      <p:sp>
        <p:nvSpPr>
          <p:cNvPr id="3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ENDPOINTS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GET: List and Read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/api/posts — list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router.get("/posts", async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posts = await Post.find();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res.status(200).json({ data: posts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/api/posts/:id — read one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router.get("/posts/:id", async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Post.findById(req.params.id);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(!post) return res.status(404).json({ error: "Post not found."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res.status(200).json({ data: post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ENDPOINTS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POST, PATCH, DELETE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/api/posts — create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router.post("/posts", async (req, res) =&gt;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post = await Post.create(req.body);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res.status(201).json({ data: post });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res.status(400).json({ error: err.message });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/api/posts/:id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router.delete("/posts/:id", async (req, res) =&gt;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Post.findByIdAndDelete(req.params.id);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(!post) return res.status(404).json({ error: "Post not found." });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res.status(204).send(); // No Content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1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ENDPOINTS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Response Shape Consistent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responses wrap the payload in { data: ... }, errors use { error: ... }, and the status code always matches what happened (200 OK, 201 Created, 204 No Content, 404 Not Found, 400 Bad Request). One shape, every endpoint.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Session-Based Authentication (Recap)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the server creates a session (data stored server-side) and sends a session ID in a cookie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future request, the browser attaches that cookie automatically and the server looks up the session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lives on the server; the client only holds a small ID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naturally with server-rendered (SSR) apps — but harder to scale across multiple servers sharing one session store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Token-Based Authentication (JWT)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issues the client a self-contained token after login — no server-side memory required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stores the token and sends it back on every request, usually in an Authorization header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verifies the token's authenticity without a storage lookup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JWT is a string of three dot-separated parts: header (metadata), payload (data like user ID/role), and signature (proves it wasn't tampered with)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Issuing and Verifying a JWT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03120" y="2560320"/>
            <a:ext cx="9144" cy="3383280"/>
          </a:xfrm>
          <a:prstGeom prst="line">
            <a:avLst/>
          </a:prstGeom>
          <a:noFill/>
          <a:ln w="25400">
            <a:solidFill>
              <a:srgbClr val="D8D8E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0" y="2560320"/>
            <a:ext cx="9144" cy="3383280"/>
          </a:xfrm>
          <a:prstGeom prst="line">
            <a:avLst/>
          </a:prstGeom>
          <a:noFill/>
          <a:ln w="25400">
            <a:solidFill>
              <a:srgbClr val="D8D8E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103120" y="2788920"/>
            <a:ext cx="79552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166360" y="264261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/api/login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(email, password)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0" y="3383280"/>
            <a:ext cx="9144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144000" y="323697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password,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sign JWT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H="1">
            <a:off x="2103120" y="3977640"/>
            <a:ext cx="79552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166360" y="38313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{ token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03120" y="4572000"/>
            <a:ext cx="79552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166360" y="442569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/api/posts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0" y="5166360"/>
            <a:ext cx="9144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144000" y="502005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expiry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H="1">
            <a:off x="2103120" y="5760720"/>
            <a:ext cx="79552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166360" y="561441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{ data 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2103120"/>
            <a:ext cx="2194560" cy="4572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060704" y="21031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61120" y="2103120"/>
            <a:ext cx="2194560" cy="4572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015984" y="21031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stores the token after login and resends it on every request — the server never has to remember anything between requests.</a:t>
            </a:r>
            <a:endParaRPr lang="en-US" sz="1250" dirty="0"/>
          </a:p>
        </p:txBody>
      </p:sp>
      <p:sp>
        <p:nvSpPr>
          <p:cNvPr id="2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Issuing a Token at Login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jsonwebtoken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issueToken(user) {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jwt.sign(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userId: user._id, role: user.role },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process.env.JWT_SECRET,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expiresIn: "1h" }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app.post("/api/login", async (req, res) =&gt; {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email, password } = req.body;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User.findOne({ email });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validPassword = user &amp;&amp; (await bcrypt.compare(password, user.passwordHash));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(!validPassword) return res.status(401).json({ error: "Invalid email or password." });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res.status(200).json({ data: { token: issueToken(user) } });</a:t>
            </a:r>
            <a:endParaRPr lang="en-US" sz="104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45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45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a Token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verifyToken(req, res, next) {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authHeader = req.headers.authorization; // "Bearer eyJhbGciOi..."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authHeader &amp;&amp; authHeader.split(" ")[1];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(!token) return res.status(401).json({ error: "No token provided." });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decoded = jwt.verify(token, process.env.JWT_SECRET);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req.userId = decoded.userId;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req.userRole = decoded.role;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res.status(401).json({ error: "Invalid or expired token." });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69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Refreshing Tokens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short-lived token (like the 1-hour one above) keeps expiring — apps often issue a second, longer-lived refresh token alongside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access token expires, the client sends the refresh token to a dedicated endpoint to get a new 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forcing the user to log in again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Refresh Endpoint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app.post("/api/refresh", async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refreshToken } = req.body;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decoded = jwt.verify(refreshToken, process.env.JWT_REFRESH_SECRET);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newAccessToken = jwt.sign(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userId: decoded.userId }, process.env.JWT_SECRET, { expiresIn: "1h"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res.status(200).json({ data: { token: newAccessToken }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res.status(401).json({ error: "Invalid refresh token, please log in again."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Session-Based vs. Token-Based (JWT)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3891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Token-Based (JWT)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session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Self-contained in the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session ID (cookie)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lookup needed?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every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signature is enough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well with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Server-rendered (SSR)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APIs, mobile apps, SPAs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Revoking access 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— delete the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— valid until expiry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Is Universally "Better"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 remains an excellent, simple choice for traditional server-rendered applications, while JWTs shine when your API is consumed by multiple separate clients (a React SPA, a mobile app) that aren't using browser cookies at all.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Store Plain-Text Passwords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database is ever compromised, plain-text passwords hand the attacker every user's real password immediately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store a hash — the output of a one-way function that scrambles the password so it can't practically be reversed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is a widely trusted password-hashing algorithm — deliberately slow, and automatically salted (random data so identical passwords hash differently)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and Comparing With bcrypt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bcrypt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a user registers: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passwordHash = await bcrypt.hash(password, 10); // 10 = salt rounds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await User.create({ email, passwordHash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a user logs in: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isMatch = await bcrypt.compare(plainTextPassword, user.passwordHash);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bcrypt.compare() re-hashes the submitted password using the same salt and checks if the results match — it never "un-hashes" anything, because that's not mathematically possible.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 Are Radioactive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log, email, or send a user's plain-text password anywhere, even temporarily — and never implement "forgot password" by emailing the old password back, since you never stored it. Send a time-limited reset link/token instead.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Middleware for RBAC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requireRole(role)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function (req, res, next)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(req.userRole !== role)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res.status(403).json({ error: "Forbidden: insufficient permissions." });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app.delete("/api/users/:id", verifyToken, requireRole("admin"), async (req, res) =&gt; {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User.findByIdAndDelete(req.params.id);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res.status(204).send();</a:t>
            </a:r>
            <a:endParaRPr lang="en-US" sz="1108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8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8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verifyToken runs first (confirms WHO the user is), then requireRole("admin") runs (confirms they're ALLOWED to do this). Either check failing stops the request there.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Middleware, Two Jobs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uses the same middleware-chaining pattern from the Middleware lecture — authentication and authorization are two of the most common real-world uses for custom middleware.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25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organizes an API around resources identified by URIs, using standard HTTP verbs instead of custom action names.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are ideally stateless — each request carries what the server needs, rather than relying on server memory.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CRUD endpoints with consistent JSON response shapes ({ data } / { error }) and accurate HTTP status codes.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 keeps identity on the server; token-based auth (JWT) puts a signed, self-contained token in the client's hands.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 are issued at login, verified on protected routes, and often paired with a longer-lived refresh token.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hash passwords with bcrypt (never plain text); chain authentication middleware with role-based access control on protected routes.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25: REST API Development and Authentication</dc:title>
  <dc:subject>CSC336 Web Technologies</dc:subject>
  <dc:creator>Usman Akram</dc:creator>
  <cp:lastModifiedBy>Usman Akram</cp:lastModifiedBy>
  <cp:revision>1</cp:revision>
  <dcterms:created xsi:type="dcterms:W3CDTF">2026-09-22T05:49:18Z</dcterms:created>
  <dcterms:modified xsi:type="dcterms:W3CDTF">2026-09-22T05:49:18Z</dcterms:modified>
</cp:coreProperties>
</file>
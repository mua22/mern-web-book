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4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Components, Props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Event Handling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components talk to each other, what makes them re-render, and how React handles user interaction.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components, composition, and reusability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Props, children, default props, and the "prop drilling" problem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a component to re-render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events in React and understanding synthetic events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 and building forms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 Component?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function that returns JSX describing a piece of UI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names start with a CAPITAL LETTER — this is how JSX tells a custom component apart from a plain HTML tag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JSX just like an HTML tag, but capitalized: &lt;Button /&gt;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Component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Button()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&lt;button&gt;Click me&lt;/button&gt;;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/&gt;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/&gt;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Composition: Small Pieces, Combined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complex UIs by combining smaller, focused components — not one giant component that does everything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as writing small, single-purpose functions in plain JavaScript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should ideally do one thing well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Header, ProductCard, Footer -&gt;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ProductCard({ product })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className="card"&gt;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&lt;h3&gt;{product.name}&lt;/h3&gt;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&lt;p&gt;${product.price}&lt;/p&gt;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&lt;Header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&lt;ProductCard product={{ name: "Keyboard", price: 45 }}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&lt;ProductCard product={{ name: "Mouse", price: 20 }}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&lt;Footer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App, Composed and Rendered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composed of Header, two ProductCards (each fed different data), and Footer.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2221992"/>
            <a:ext cx="11130991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:/GitHub/mern-web-book/docs/assets/img/lecture-27/composition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1866" y="2331720"/>
            <a:ext cx="5527964" cy="3840480"/>
          </a:xfrm>
          <a:prstGeom prst="rect">
            <a:avLst/>
          </a:prstGeom>
        </p:spPr>
      </p:pic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Component Tree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flipH="1">
            <a:off x="2103120" y="2788920"/>
            <a:ext cx="3383280" cy="8686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4846320" y="2788920"/>
            <a:ext cx="914400" cy="8686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126480" y="2788920"/>
            <a:ext cx="1554480" cy="8686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0" y="2788920"/>
            <a:ext cx="3840480" cy="8686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0" y="2194560"/>
            <a:ext cx="301752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626864" y="219456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237744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9264" y="36576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3657600"/>
            <a:ext cx="256032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621024" y="36576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(Keyboard)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3657600"/>
            <a:ext cx="256032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55664" y="36576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(Mouse)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35440" y="3657600"/>
            <a:ext cx="201168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290304" y="365760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Reusability: because ProductCard takes its data as a prop instead of hard-coding it, the same component renders any product.</a:t>
            </a:r>
            <a:endParaRPr lang="en-US" sz="125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Props: Passing Data Down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("properties") let a parent component pass data down to a child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same way you would set HTML attributes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 the component as a single object argument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Receiving and Destructuring Props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Received as an object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Greeting(props)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&lt;p&gt;Hello, {props.name}!&lt;/p&gt;;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Destructured -- much more common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Greeting({ name })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&lt;p&gt;Hello, {name}!&lt;/p&gt;;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&lt;Greeting name="Ayesha" /&gt;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Are Read-Only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must never modify the props it receives. Props flow one way: parent to child. If a child needs to trigger a change, the parent must pass down a FUNCTION as a prop that the child calls.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PROP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Arbitrary Content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Card({ children })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 className="card"&gt;{children}&lt;/div&gt;;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&lt;Card&gt;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&lt;h3&gt;Keyboard&lt;/h3&gt;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&lt;p&gt;$45&lt;/p&gt;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&lt;/Card&gt;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PROP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children, Rendered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automatically receives children: whatever was placed between its opening and closing JSX tags.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2221992"/>
            <a:ext cx="11130991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:/GitHub/mern-web-book/docs/assets/img/lecture-27/children-card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648" y="3063240"/>
            <a:ext cx="3962400" cy="2377440"/>
          </a:xfrm>
          <a:prstGeom prst="rect">
            <a:avLst/>
          </a:prstGeom>
        </p:spPr>
      </p:pic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Values via Default Parameters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Avatar({ src, alt = "User avatar", size = 40 })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&lt;img src={src} alt={alt}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width={size} height={size} /&gt;;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&lt;Avatar src="/me.png" /&gt; -- size defaults to 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still works sensibly if the caller forgets to pass a prop.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 Drilling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when data must travel through several layers of components that don't actually use it themselves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-&gt; Page -&gt; Sidebar -&gt; UserBadge: only UserBadge actually reads user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and Sidebar just forward it along, purely so it can reach UserBadge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Passed Through Two Layers That Don't Need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Page({ user })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Page doesn't use `user` itself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&lt;Sidebar user={user} /&gt;;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Sidebar({ user })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neither does Sidebar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&lt;UserBadge user={user} /&gt;;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UserBadge({ user })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&lt;p&gt;Logged in as {user.name}&lt;/p&gt;;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Comes Next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is exactly the problem the Context API (Lecture 28) is designed to solve -- it makes data available to a whole subtree without passing it through every level manually.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a Re-render?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state changes (via a state updater function -- Lecture 28)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parent re-renders, which by default re-renders all of its children too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props it receives change (usually because a parent's state changed)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 value it consumes changes (Lecture 28)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Re-render Does Not Mean "DOM Changed"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first computes a new Virtual DOM tree and only updates the real DOM where the diff shows an actual difference (Lecture 26). Re-rendering only means React re-ran the function to see what it should currently render.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Look Familiar, With Differences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HTML: onclick="handleClick()" -- a string, called immediately by the browser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JSX: event names are camelCase (onClick), and you pass a FUNCTION REFERENCE in curly braces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onClick={handleClick} runs on click; onClick={handleClick()} runs immediately while rendering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Click Handler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Button()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alert("Button clicked!");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 onClick={handleClick}&gt;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Click me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Call the Function Immediately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onClick={handleClick}, NOT onClick={handleClick()}. The second form calls handleClick immediately while rendering, and passes whatever it RETURNS as the handler -- usually undefined, which does nothing on click.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Arguments: Wrap in an Arrow Function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ProductList({ products, onAddToCart })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{products.map((product) =&gt; (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key={product.id}&gt;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{product.name}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&lt;button onClick={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() =&gt; onAddToCart(product.id)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Add to cart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&lt;/button&gt;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&lt;/li&gt;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1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SyntheticEvent: A Consistent Wrapper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object your handler receives is NOT the browser's raw native event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wraps it in a SyntheticEvent, giving a consistent API across all browsers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e.target, e.preventDefault(), e.stopPropagation() all work as expected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attaches one listener at the app root and routes events internally, not one native listener per element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preventDefault() in Practice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LinkButton()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handleClick(e)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 // stop default navigation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console.log("Link clicked, navigation prevented");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href="https://example.com" onClick={handleClick}&gt;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 me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Controlled Text Input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72888" cy="4160520"/>
          </a:xfrm>
          <a:prstGeom prst="roundRect">
            <a:avLst>
              <a:gd name="adj" fmla="val 175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286000"/>
            <a:ext cx="46328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NameForm() {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[name, setName] =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useState("");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&lt;label&gt;Name:&lt;/label&gt;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value={name}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setName(e.target.value)}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type="submit"&gt;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Submit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15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27/controlled-form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371" y="2758440"/>
            <a:ext cx="5181600" cy="275844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Input "Controlled"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attribute is always set from React state -- state is the single source of truth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onChange handler updates that state on every keystroke, using e.target.value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changes trigger a re-render, which recomputes value={name} -- a full, predictable loop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Controlled-Input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005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2971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014411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fires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setName(e.target.value)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2942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05862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97302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re-renders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5833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88753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80193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value prop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down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6872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771644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63084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displays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text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keystroke runs this full loop -- the displayed text always matches state, never the DOM's own memory of what was typed.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Uncontrolled Components Exist Too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857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also supports uncontrolled components, where the DOM itself tracks an input's value and you read it with a ref only when needed. Controlled components are usually preferred: React state always reflects what's on screen, which simplifies validation and syncing multiple fields.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Handler, Multiple Fields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72888" cy="4160520"/>
          </a:xfrm>
          <a:prstGeom prst="roundRect">
            <a:avLst>
              <a:gd name="adj" fmla="val 175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286000"/>
            <a:ext cx="46328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SignupForm() {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=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useState({ email: "", password: "" });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onEdit(e) {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name, value } = e.target;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setData({ ...data, [name]: value });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name="email"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onChange={onEdit} /&gt;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name="password"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onChange={onEdit} /&gt;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&lt;button&gt;Sign up&lt;/button&gt;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1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15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27/signup-form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371" y="2613660"/>
            <a:ext cx="5181600" cy="30480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27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components are just functions returning JSX; composition builds complex UIs from small, focused, reusable pieces.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pass data one-way from parent to child and must never be mutated; children lets a component wrap arbitrary nested content.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is the pain of passing data through components that don't need it -- solved by the Context API next lecture.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re-renders when its own state changes, its parent re-renders, or its props/consumed context change.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events use camelCase names and SyntheticEvent objects; always pass a function reference to a handler, never a call.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 keep form values in React state via value and onChange, making state the single source of truth.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27: Components, Props and Event Handling</dc:title>
  <dc:subject>CSC336 Web Technologies</dc:subject>
  <dc:creator>Usman Akram</dc:creator>
  <cp:lastModifiedBy>Usman Akram</cp:lastModifiedBy>
  <cp:revision>1</cp:revision>
  <dcterms:created xsi:type="dcterms:W3CDTF">2026-09-22T05:49:19Z</dcterms:created>
  <dcterms:modified xsi:type="dcterms:W3CDTF">2026-09-22T05:49:19Z</dcterms:modified>
</cp:coreProperties>
</file>
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5" Type="http://schemas.openxmlformats.org/officeDocument/2006/relationships/hyperlink" Target="https://cuinotes.com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4" Type="http://schemas.openxmlformats.org/officeDocument/2006/relationships/hyperlink" Target="https://cuinotes.com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cuinotes.com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cuinotes.com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cuinotes.com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cuinotes.com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cuinotes.com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Routing and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Integration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 single-page app multiple "pages" — and connecting it to the real REST API you built in Express.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routing with React Router: routes, Link, and route parameters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routes, shared layouts, a not-found route, programmatic navigation, and protected routes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Fetching data with fetch or axios inside useEffect, and building a custom data hook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loading and error states while consuming your REST API</a:t>
            </a:r>
            <a:endParaRPr lang="en-US" sz="15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ROUTING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Router: Different URLs, No Reload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SPA still needs multiple "pages" -- a home page, product details, a login page -- and real server data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routing makes URLs like /, /products, /products/12 show different content WITHOUT a new server request each time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with: npm install react-router-dom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ROUTING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Up Routes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596640"/>
          </a:xfrm>
          <a:prstGeom prst="roundRect">
            <a:avLst>
              <a:gd name="adj" fmla="val 203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13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BrowserRouter, Routes, Route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"react-router-dom";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createRoot(root).render(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&lt;BrowserRouter&gt;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&lt;Routes&gt;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&lt;Route path="/" element={&lt;App /&gt;}&gt;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&lt;Route index element={&lt;Home /&gt;} /&gt;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&lt;Route path="products"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element={&lt;Products /&gt;} /&gt;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&lt;Route path="products/:id"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element={&lt;ProductDetails /&gt;} /&gt;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&lt;Route path="*" element={&lt;NotFound /&gt;} /&gt;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&lt;/Route&gt;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&lt;/Routes&gt;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&lt;/BrowserRouter&gt;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791200"/>
            <a:ext cx="1091153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&lt;Route&gt; maps a URL path to the component (element) that renders there -- React Router reads the current URL and renders only the match.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 COMPONENT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Use a Plain &lt;a&gt; Inside the App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&lt;a href="/products"&gt; triggers a full browser page reload, defeating the purpose of an SPA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Router's Link updates the URL and swaps content using JavaScript instead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 COMPONENT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Navbar with Link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01265"/>
            <a:ext cx="5272888" cy="3272790"/>
          </a:xfrm>
          <a:prstGeom prst="roundRect">
            <a:avLst>
              <a:gd name="adj" fmla="val 223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729865"/>
            <a:ext cx="4632808" cy="2815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Link } from "react-router-dom";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Navbar()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&lt;nav&gt;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&lt;Link to="/"&gt;Home&lt;/Link&gt;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&lt;Link to="/products"&gt;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Products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&lt;/Link&gt;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&lt;/nav&gt;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29/navbar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4371" y="3223260"/>
            <a:ext cx="5181600" cy="182880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 COMPONENT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NavLink for Active-Link Styling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NavLink behaves like Link but automatically adds an active CSS class (or lets you compute a class/style) when its to path matches the current URL -- handy for highlighting the current page in a navbar.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Dynamic URL Segments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route parameter is a dynamic segment written with a leading colon, like :id in products/:id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inside the matching component with the useParams hook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params are always strings -- convert with Number(id) if you need a number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:id with useParams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useParams } from "react-router-dom";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ProductDetails()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id } = useParams();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&lt;p&gt;Showing details for #{id}&lt;/p&gt;;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Visiting /products/12 renders ProductDetails with id equal to the string "12".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Router API at a Glance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58952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&lt;Link to="..."&gt;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Client-side navigation, no page reload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&lt;NavLink to="..."&gt;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 Link, plus an automatic "active" 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useParams()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dynamic route segments like :id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useNavigate()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Triggers navigation from inside your own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&lt;Navigate to="..." /&gt;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Redirects declaratively (e.g. from a protected route)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&lt;Outlet /&gt;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Renders the matching nested route inside a layout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Shared Layout via &lt;Outlet /&gt;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Products, and ProductDetails are declared INSIDE the / route for App -- a nested route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acts as a shared layout component (Navbar + Footer), rendering its nested route's content wherever it places an &lt;Outlet /&gt;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avoids repeating shared UI in every single page component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as a Layout Component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Outlet } from "react-router-dom";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App()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&lt;div&gt;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&lt;Navbar /&gt;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&lt;main&gt;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&lt;Outlet /&gt;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&lt;/main&gt;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&lt;Footer /&gt;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66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URL Tree Maps to Components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 flipH="1">
            <a:off x="1828800" y="2788920"/>
            <a:ext cx="320040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4617720" y="2788920"/>
            <a:ext cx="105156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217920" y="2788920"/>
            <a:ext cx="141732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583680" y="2788920"/>
            <a:ext cx="374904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14800" y="2103120"/>
            <a:ext cx="3931920" cy="68580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169664" y="2103120"/>
            <a:ext cx="3822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 -&gt;  App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(layout: Navbar + Outlet + Footer)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749040"/>
            <a:ext cx="2377440" cy="594360"/>
          </a:xfrm>
          <a:prstGeom prst="rect">
            <a:avLst/>
          </a:prstGeom>
          <a:solidFill>
            <a:srgbClr val="3A3A78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94944" y="3749040"/>
            <a:ext cx="2267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-&gt; Home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91840" y="3749040"/>
            <a:ext cx="2651760" cy="594360"/>
          </a:xfrm>
          <a:prstGeom prst="rect">
            <a:avLst/>
          </a:prstGeom>
          <a:solidFill>
            <a:srgbClr val="3A3A78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346704" y="3749040"/>
            <a:ext cx="2542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/products -&gt;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3749040"/>
            <a:ext cx="2834640" cy="594360"/>
          </a:xfrm>
          <a:prstGeom prst="rect">
            <a:avLst/>
          </a:prstGeom>
          <a:solidFill>
            <a:srgbClr val="3A3A78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272784" y="3749040"/>
            <a:ext cx="2724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/products/:id -&gt;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ProductDetails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326880" y="3749040"/>
            <a:ext cx="2011680" cy="594360"/>
          </a:xfrm>
          <a:prstGeom prst="rect">
            <a:avLst/>
          </a:prstGeom>
          <a:solidFill>
            <a:srgbClr val="8A3A12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381744" y="3749040"/>
            <a:ext cx="1901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-&gt; NotFound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 and Footer render on every page; &lt;Outlet /&gt; is replaced with Home, Products, or ProductDetails depending on the current URL.</a:t>
            </a:r>
            <a:endParaRPr lang="en-US" sz="125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FOUND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Catch-All 404 Route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NotFound()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&lt;h1&gt;404 -- Page not found&lt;/h1&gt;;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Placed LAST in the route list: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&lt;Route path="*" element={&lt;NotFound /&gt;} /&gt;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special path "*" matches any URL that didn't match an earlier route -- placing it last ensures it only catches what's left.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 NAVIGATION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Navigating From Code, Not a Click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you need to navigate in response to code -- e.g. redirecting after a successful form submission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useNavigate hook returns a function you call for this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 NAVIGATION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Redirecting After Login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useNavigate } from "react-router-dom";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LoginForm()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navigate = useNavigate();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async function handleSubmit(e)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e.preventDefault();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...perform login...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navigate("/dashboard");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&lt;form onSubmit={handleSubmit}&gt;...&lt;/form&gt;;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66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Gating Content Behind Login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protected route only renders its content for authenticated users, redirecting anyone else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pattern: a small wrapper component checking an auth hook/context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ProtectedRoute Wrapper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ProtectedRoute({ children })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user } = useAuth();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(!user)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&lt;Navigate to="/login" replace /&gt;;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children;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any route needing login: element={&lt;ProtectedRoute&gt;&lt;Dashboard /&gt;&lt;/ProtectedRoute&gt;}. replace keeps the blocked page out of browser history.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FETCHING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Fetching Is a Side Effect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Lecture 25 you built a REST API with Express -- e.g. GET /api/products and GET /api/products/:id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that API reaches OUTSIDE the component, so it belongs inside useEffect (Lecture 28)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FETCHING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fetch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Products()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[products, setProducts] =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useState([]);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useEffect(() =&gt;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fetch("/api/products")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.then((res) =&gt; res.json())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.then((data) =&gt; setProducts(data));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[]);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{products.map((p) =&gt; (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&lt;li key={p._id}&gt;{p.name}&lt;/li&gt;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))}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1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FETCHING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axios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axios from "axios";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Products()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[products, setProducts] =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useState([]);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useEffect(() =&gt;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axios.get("/api/products")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.then((res) =&gt; setProducts(res.data));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[]);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{products.map((p) =&gt; (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&lt;li key={p._id}&gt;{p.name}&lt;/li&gt;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))}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1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FETCHING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axios Is Often Preferred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parses JSON responses -- no manual res.json() step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slightly simpler API for the common GET/POST/etc. calls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consistent error handling: network AND non-2xx errors both land in .catch, unlike fetch (where a 404/500 still resolves and must be checked manually)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AND ERROR STATES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Three Pieces of State, Not 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request takes time and can fail -- from a network problem or a server error status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data itself, a loading flag, and an error, and reflect all three in the UI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AND ERROR STATES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Products, Fully Handled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Products() {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[products, setProducts] = useState([]);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[isLoading, setIsLoading] = useState(true);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[error, setError] = useState(null);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useEffect(() =&gt; {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axios.get("/api/products")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.then((res) =&gt; setProducts(res.data))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.catch(() =&gt; setError("Could not load."))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.finally(() =&gt; setIsLoading(false));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[]);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(isLoading) return &lt;p&gt;Loading...&lt;/p&gt;;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(error) return &lt;p role="alert"&gt;{error}&lt;/p&gt;;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&lt;ul&gt;{/* render products */}&lt;/ul&gt;;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69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AND ERROR STATES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States,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ISLOADING: TRUE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D:/GitHub/mern-web-book/docs/assets/img/lecture-29/products-loading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2924" y="3733800"/>
            <a:ext cx="4267200" cy="990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ERROR: SET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9" name="Image 1" descr="D:/GitHub/mern-web-book/docs/assets/img/lecture-29/products-error-dem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571" y="3604260"/>
            <a:ext cx="4267200" cy="1249680"/>
          </a:xfrm>
          <a:prstGeom prst="rect">
            <a:avLst/>
          </a:prstGeom>
        </p:spPr>
      </p:pic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5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AND ERROR STATES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Success State,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request resolves and isLoading is false with no error, the real list renders.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D:/GitHub/mern-web-book/docs/assets/img/lecture-29/products-loaded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62248" y="3360420"/>
            <a:ext cx="4267200" cy="1783080"/>
          </a:xfrm>
          <a:prstGeom prst="rect">
            <a:avLst/>
          </a:prstGeom>
        </p:spPr>
      </p:pic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AND ERROR STATES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Request Lifecycle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474720" y="2400300"/>
            <a:ext cx="45720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3017520" y="2697480"/>
            <a:ext cx="173736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2971800" y="30312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succeeds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17920" y="2697480"/>
            <a:ext cx="219456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00800" y="30312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17520" y="4251960"/>
            <a:ext cx="1554480" cy="8686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6583680" y="4251960"/>
            <a:ext cx="1828800" cy="8686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0080" y="2103120"/>
            <a:ext cx="2834640" cy="5943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94944" y="2103120"/>
            <a:ext cx="2724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mounts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runs ([] deps)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931920" y="2103120"/>
            <a:ext cx="3108960" cy="594360"/>
          </a:xfrm>
          <a:prstGeom prst="rect">
            <a:avLst/>
          </a:prstGeom>
          <a:solidFill>
            <a:srgbClr val="3A3A7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3986784" y="2103120"/>
            <a:ext cx="2999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setIsLoading(true)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/api/products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005840" y="3657600"/>
            <a:ext cx="3657600" cy="594360"/>
          </a:xfrm>
          <a:prstGeom prst="rect">
            <a:avLst/>
          </a:prstGeom>
          <a:solidFill>
            <a:srgbClr val="3FA66B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60704" y="3657600"/>
            <a:ext cx="3547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setProducts(data)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766560" y="3657600"/>
            <a:ext cx="4023360" cy="594360"/>
          </a:xfrm>
          <a:prstGeom prst="rect">
            <a:avLst/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821424" y="3657600"/>
            <a:ext cx="3913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error or non-2xx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setError(message)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749040" y="5120640"/>
            <a:ext cx="4023360" cy="5943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3803904" y="5120640"/>
            <a:ext cx="3913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setIsLoading(false)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re-renders, shows result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branches funnel through the same finally: setIsLoading(false) always runs, so the UI never gets stuck showing "Loading...".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DATA HOOK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"Loading, Error, Data" Shows Up Everywhere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exact pattern repeats in almost every component that talks to an API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great candidate for a custom hook (Lecture 28), so the logic isn't rewritten each time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DATA HOOK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useFetch.js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useFetch(url)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[data, setData] = useState(null);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[isLoading, setIsLoading] = useState(true);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[error, setError] = useState(null);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useEffect(() =&gt;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ignore = false;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axios.get(url)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.then((res) =&gt; { if (!ignore) setData(res.data); })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.catch(() =&gt; { if (!ignore) setError("Failed."); })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.finally(() =&gt; { if (!ignore) setIsLoading(false); });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() =&gt; { ignore = true; };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[url]);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data, isLoading, error };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2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ignore flag inside cleanup avoids updating state from a late response after the component has already unmounted.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DATA HOOK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Endpoint, One 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06140"/>
          </a:xfrm>
          <a:prstGeom prst="roundRect">
            <a:avLst>
              <a:gd name="adj" fmla="val 214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94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Products()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data, isLoading, error } =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useFetch("/api/products");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(isLoading) return &lt;p&gt;Loading...&lt;/p&gt;;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(error) return &lt;p role="alert"&gt;{error}&lt;/p&gt;;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&lt;ul&gt;{/* data.map(...) */}&lt;/ul&gt;;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ProductDetails()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id } = useParams();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data, isLoading, error } =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useFetch(`/api/products/${id}`);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(isLoading) return &lt;p&gt;Loading...&lt;/p&gt;;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(error) return &lt;p role="alert"&gt;{error}&lt;/p&gt;;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&lt;h1&gt;{data.name}&lt;/h1&gt;;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00700"/>
            <a:ext cx="10911535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route parameters (useParams) with useFetch is exactly how a real product-details page, backed by GET /api/products/:id, gets built.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DEVELOPMENT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CORS During Local Development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20240"/>
          </a:xfrm>
          <a:prstGeom prst="roundRect">
            <a:avLst>
              <a:gd name="adj" fmla="val 2857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Express API (e.g. localhost:5000) and your Vite dev server (e.g. localhost:5173) run on different ports, the browser treats them as different origins. Make sure Express uses the cors middleware (Lecture 25) so the browser allows these requests during development.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29 in Seven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enables client-side routing: URLs map to components without a full page reload; use Link, never &lt;a&gt;, for in-app navigation.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860766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86076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69326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parameters (:id) capture dynamic URL segments, read with useParams.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435531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43553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44091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routes with &lt;Outlet /&gt; share a layout (navbar, footer) across pages; a path="*" route provides a not-found page.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010297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0102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18857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useNavigate triggers navigation from code; protected routes redirect unauthenticated users away with &lt;Navigate replace /&gt;.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585063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58506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493623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fetching (fetch or axios) belongs inside useEffect, since it is a side effect; axios adds automatic JSON parsing and simpler error handling.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159829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1598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68389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track loading and error state alongside your data, and show the user feedback for every case, not just success.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734594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22960" y="573459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643154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useFetch hook removes repetition when many components need to load data from your REST API.</a:t>
            </a:r>
            <a:endParaRPr lang="en-US" sz="1250" dirty="0"/>
          </a:p>
        </p:txBody>
      </p:sp>
      <p:sp>
        <p:nvSpPr>
          <p:cNvPr id="2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29: Routing and API Integration</dc:title>
  <dc:subject>CSC336 Web Technologies</dc:subject>
  <dc:creator>Usman Akram</dc:creator>
  <cp:lastModifiedBy>Usman Akram</cp:lastModifiedBy>
  <cp:revision>1</cp:revision>
  <dcterms:created xsi:type="dcterms:W3CDTF">2026-09-22T05:49:19Z</dcterms:created>
  <dcterms:modified xsi:type="dcterms:W3CDTF">2026-09-22T05:49:19Z</dcterms:modified>
</cp:coreProperties>
</file>
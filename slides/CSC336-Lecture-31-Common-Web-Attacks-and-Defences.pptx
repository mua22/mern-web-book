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uinotes.com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uinotes.com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uinotes.com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Web Attacks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Defences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attacks that hit real web applications most often — and the defence that stops each one.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NoSQL injection, and how parameterized queries prevent them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types of Cross-Site Scripting (XSS), plus a Content Security Policy intro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Request Forgery (CSRF) and anti-CSRF tokens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and session hijacking / fixation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misconfiguration as a security risk, and the basics of rate limiting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COME FROM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OWASP Top 10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attacks in this lecture appear on the OWASP Top 10 — a well-known, regularly updated list of the most critical web application security risks, published by the Open Worldwide Application Security Project. Worth revisiting throughout your career.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Injection Attack?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 is inserted directly into a command executed by an interpreter — like a database query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an attacker change what that command actually does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 and NoSQL databases (like MongoDB) are both vulnerable to their own version of it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Gluing Strings Into a Query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VULNERABLE -- never do this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query = `SELECT * FROM users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username = '${username}'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password = '${password}'`;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db.execute(query);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attacker types ' OR '1'='1 as the username, the query becomes ...WHERE username='' OR '1'='1' AND password=''. Since '1'='1' is always true, it can return every row -- logging the attacker in without any password.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INJECTION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Idea, No SQL Required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VULNERABLE -- never do this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app.post("/login", async (req, res)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User.findOne({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req.body.username,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req.body.password,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attacker sends { "username": "admin", "password": { "$ne": null } } as JSON, MongoDB reads $ne as "not equal to null" -- true for almost any stored password, logging them in as admin.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Parameterized Queries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build a query by concatenating raw user input into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query structure and the user-supplied values to the database SEPARATELY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engine then treats values strictly as data, never as executable query logic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in SQL and MongoDB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-- SQL, parameterized placeholders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await pool.query(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* FROM users WHERE username = $1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password_hash = $2",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[username, hashedPassword]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-- Mongoose, enforcing expected types first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(typeof username !== "string" || typeof password !== "string")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res.status(400).json({ error: "Invalid input." 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await User.findOne({ username });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express-mongo-sanitize is also commonly used to strip $-prefixed keys from incoming data as an extra layer of defence.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Build Queries With String Concatenation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ever see a query built like `...WHERE x = '${value}'` anywhere in your code -- SQL or otherwise -- treat it as a bug to fix immediately, even in a class project. This single habit, more than any other, is responsible for a huge share of real-world data breaches.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XSS?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gets their own JavaScript to run inside another user's browser, in the context of your site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runs AS IF part of your site, it can steal cookies, read what the user sees, or act on their behalf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common types: stored, reflected, and DOM-based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on the Server, Served to Everyone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script gets saved on the server (e.g. a database) and is later served to other users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comment box that doesn't sanitize input stores a comment containing a &lt;script&gt; tag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rendered into every visitor's page without encoding, the script runs in EVERY viewer's browser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Plays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posts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w/ &lt;script&gt;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005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22971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014411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stores it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(no sanitize)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2942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05862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97302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requests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85833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88753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580193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HTML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script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6872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771644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863084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Victim's browser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stolen, requests made as the victim -- all without the victim doing anything but viewing the page.</a:t>
            </a:r>
            <a:endParaRPr lang="en-US" sz="13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Unsanitized vs. Output-Encoded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RAW, INSERTED VIA INNERHTML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6" name="Image 0" descr="D:/GitHub/mern-web-book/docs/assets/img/lecture-31/stored-xss-un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05037"/>
            <a:ext cx="5272888" cy="244812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THE SAME, RENDERED AS TEXT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1" descr="D:/GitHub/mern-web-book/docs/assets/img/lecture-31/stored-xss-sa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3005037"/>
            <a:ext cx="5272888" cy="2448126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Bounced Straight Back in the Response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script is part of a request (often a URL) and the server reflects it back immediately, without storing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search page echoing ?q=&lt;script&gt;...&lt;/script&gt; straight into "You searched for: ..."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tricks a victim into clicking a crafted link (email, chat) -- it runs the moment the page loads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DOM-BASED XSS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Entirely in the Browser, Never Touches the Server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VULNERABLE -- DOM-based XSS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params = new URLSearchParams(window.location.search);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document.getElementById("welcome").innerHTML =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"Welcome, " + params.get("name");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?name=&lt;img src=x onerror=alert(1)&gt; executes attacker JS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vulnerable code runs purely client-side, this type can be invisible even if you carefully audit your server code.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XSS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Encoding: React Does It by Default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in React -- text is automatically escaped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Comment({ text })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&lt;p&gt;{text}&lt;/p&gt;; // a &lt;script&gt; tag renders as harmless text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DANGEROUS -- deliberately opts out of escaping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Comment({ html })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&lt;div dangerouslySetInnerHTML={{ __html: html }} /&gt;;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XSS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Sanitizing Real HTML With DOMPurify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DOMPurify from "dompurify";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clean = DOMPurify.sanitize(userSuppliedHtml);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safe to pass to dangerouslySetInnerHTML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when you genuinely must render user-supplied HTML, like a rich-text blog editor -- it strips dangerous tags/attributes while keeping safe formatting.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SECURITY POLICY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Browser-Enforced Safety Net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Content-Security-Policy: default-src 'self'; script-src 'self'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9900"/>
            <a:ext cx="10911535" cy="325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 which sources of scripts, styles, and other resources are allowed to load. Even if an attacker sneaks a &lt;script&gt; tag onto your page, a strict CSP can stop the browser from running it. Works ALONGSIDE output encoding, not instead of it.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Tricking a Logged-In Victim's Browser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Request Forgery: a site the victim never intended to request gets requested anyway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that browsers auto-attach cookies (like a session cookie) to every request, regardless of which page triggered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bank's POST /transfer, authenticated purely by a session cookie, is a perfect target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Hidden, Auto-Submitting 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On evil.com -- victim never sees this, it submits itself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action="https://yourbank.com/transfer" method="POST"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id="csrf-form"&gt;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type="hidden" name="amount" value="1000" /&gt;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type="hidden" name="to" value="attacker-account" /&gt;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document.getElementById("csrf-form").submit();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Forged Request Succeeds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Victim, logged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YourBank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005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22971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014411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evil.com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2942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05862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97302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auto-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hidden form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85833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88753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580193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POST,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attached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6872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771644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863084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sees valid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cookie, transfers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never clicked "transfer" -- from the browser's point of view it's just a normal request to yourbank.com.</a:t>
            </a:r>
            <a:endParaRPr lang="en-US" sz="13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CSRF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Anti-CSRF Tokens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app.get("/transfer-form",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csrfToken = generateRandomToken();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req.session.csrfToken = csrfToken;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res.render("transfer", { csrfToken 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app.post("/transfer", (req, res) =&gt;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(req.body.csrfToken !== req.session.csrfToken)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res.status(403).json({ error: "Invalid CSRF token." 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proceed with the transfer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evil.com has no way to read or guess this token -- it can't read cookies or page content from a different origin.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CSRF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Header-Based Auth Is Naturally More Resistant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specifically abuses the browser's automatic cookie-attaching. If your API requires a token sent manually in an Authorization header (as with JWTs in Lecture 25) rather than relying on cookies, a forged form submission can't attach that header -- though it introduces its own tradeoffs around client-side token storage.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Who, Not What They Can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category: a user can access data or perform an action they should not be permitted 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example: Insecure Direct Object Reference (IDOR) — trusting a client-supplied ID without checking ownership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reaching /admin by guessing the URL, or a frontend that only HIDES an unauthorized action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IDOR — Vulnerable vs. Fixed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VULNERABLE -- checks authentication, not authorization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app.get("/api/invoices/:id", requireLogin, async (req, res) =&gt;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invoice = await Invoice.findById(req.params.id);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res.json(invoice); // returns ANY invoice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-- also verifies the resource belongs to this user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app.get("/api/invoices/:id", requireLogin, async (req, res) =&gt; {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invoice = await Invoice.findOne(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_id: req.params.id, owner: req.user.id });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(!invoice) return res.status(404).json({ error: "Not found." });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res.json(invoice);</a:t>
            </a:r>
            <a:endParaRPr lang="en-US" sz="1366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66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66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Hiding a Button Is Not Access Control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an admin feature in React ({user.isAdmin &amp;&amp; &lt;AdminButton /&gt;}) only improves the interface -- it does nothing to stop someone calling the admin API endpoint directly. Every privileged action must be enforced on the SERVER, not just hidden on the client.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Hijacking vs. Session Fixation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remembers a logged-in user across requests, usually via a session ID cookie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Hijacking: an attacker steals a valid user's session ID (via XSS, sniffed traffic, a leaked log) and impersonates them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Fixation: the attacker SETS the victim's session ID to a known value before they log in, then uses that same ID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Defences Against Both</a:t>
            </a:r>
            <a:endParaRPr lang="en-US" sz="3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68096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Helps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use 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cookies can't be sniffed over the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HttpOnly + Secure cookies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theft via XSS; only ever sent over HTTPS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Regenerate session ID at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a pre-fixed ID useless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Reasonable expiry + real logout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Invalidates the session server-side, not just the cookie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Security Topic, Not Just a Dev Annoyance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lets a frontend on one origin make requests to a backend on another origin, via explicit opt-in headers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browsers block cross-origin requests — this exists to stop CSRF-style tricks via fetch()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careless CORS config can undo protections you rely on elsewhere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Dangerous vs. Safe Configuration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DANGEROUS -- reflects any origin, allows credentials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 origin: true, credentials: true }));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-- explicitly allow only your own frontend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origin: ["https://your-frontend-domain.com"],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credentials: true,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true + credentials: true tells browsers 'any website may make authenticated requests using the visiting user's cookies' -- the opposite of what CORS is for.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Slowing Down Abuse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how many requests a client (IP, account, API key) can make in a time window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 against brute-force login attempts, denial-of-service style abuse, and data scraping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stricter limits on sensitive endpoints (login, password reset) than general read-only ones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express-rate-limit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rateLimit = require("express-rate-limit");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loginLimiter = rateLimit({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windowMs: 15 * 60 * 1000, // 15 minutes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max: 5,                   // 5 login attempts per window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message: "Too many login attempts. Try again later.",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app.post("/api/login", loginLimiter, loginHandler);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31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SQL/NoSQL injection mixes untrusted input into a query as if it were code; parameterized queries keep data and logic separate.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(stored, reflected, DOM-based) runs attacker script in another user's browser; the defence is consistent output encoding, reinforced by CSP.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tricks a logged-in browser into submitting an unwanted request; anti-CSRF tokens (or header-based auth) stop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means checking who someone is but not what they're allowed to do — check both, on the server, every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hijacking steals a session; fixation plants one in advance — HttpOnly/Secure cookies and regenerating IDs at login defend against both.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CORS misconfiguration (reflecting any origin with credentials) can silently undo the protection CORS is meant to provide; rate limiting slows brute-force and abuse.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31: Common Web Attacks and Defences</dc:title>
  <dc:subject>CSC336 Web Technologies</dc:subject>
  <dc:creator>Usman Akram</dc:creator>
  <cp:lastModifiedBy>Usman Akram</cp:lastModifiedBy>
  <cp:revision>1</cp:revision>
  <dcterms:created xsi:type="dcterms:W3CDTF">2026-09-22T05:49:20Z</dcterms:created>
  <dcterms:modified xsi:type="dcterms:W3CDTF">2026-09-22T05:49:20Z</dcterms:modified>
</cp:coreProperties>
</file>
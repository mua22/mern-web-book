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uinotes.co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uinotes.com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uinotes.com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uinotes.com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uinotes.com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uinotes.com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cuinotes.com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uinotes.com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uinotes.com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uinotes.com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cuinotes.com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cuinotes.com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cuinotes.com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774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Domain, DNS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Deployment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step: taking your MERN app off your laptop and putting it on the Internet.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CSC336 Web Technologies</a:t>
            </a:r>
            <a:endParaRPr lang="en-US" sz="12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Lecture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names, registrars, and the main DNS record types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DNS resolution actually works, and what TTL means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options: shared hosting, VPS, PaaS, and serverless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6168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a React frontend and Express backend, plus reverse proxies and monitoring</a:t>
            </a:r>
            <a:endParaRPr lang="en-US" sz="15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NAMES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Human-Readable Stand-In for an IP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 name (example.com) stands in for a numeric IP address (93.184.216.34) computers actually use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right to left: .com is the top-level domain (TLD); example is the second-level domain you register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 (or any prefix) is a subdomain — used to organize services, e.g. api.example.com, blog.example.com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Buying a Domain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register through a registrar — a company accredited to sell domains, e.g. Namecheap, GoDaddy, Google Domains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Registrars reserve the name for you (usually one year at a time, renewable)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 NOT host your website's content — that's a separate job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Domains and Hosting Are Two Separate Purchases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158"/>
            </a:avLst>
          </a:prstGeom>
          <a:solidFill>
            <a:srgbClr val="E9EDFB"/>
          </a:solidFill>
          <a:ln w="12700">
            <a:solidFill>
              <a:srgbClr val="6C7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334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common beginner confusion: buying a domain does not, by itself, put a website online. You still need a server somewhere to store and run your application, and you need to tell your domain where that server is — which is exactly what DNS does.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Internet's Phone Book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(Domain Name System) translates human-readable domain names into IP addresses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look up a name, DNS gives you a number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information is organized into records, stored on nameservers, grouped into zones (one zone per domain)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Record Types You'll Use Most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486400"/>
                <a:gridCol w="3840480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a domain/subdomain to an IPv4 address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example.com -&gt; 93.184.216.34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AAAA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a domain/subdomain to an IPv6 address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example.com -&gt; 2606:2800:...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a domain/subdomain to another domain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www.example.com -&gt; example.com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mail servers handle email, and 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example.com -&gt; mail.example.com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Arbitrary text — ownership verification, SPF/DKIM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"v=spf1 include:..."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CNAME Has a Root-Domain Limit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000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platforms like Vercel/Netlify often ask you to point a subdomain at THEIR domain via CNAME, since their own IPs can change. But you generally can't put a CNAME on the bare root domain alongside records like MX — a historical DNS rule. Most platforms offer a workaround ("ALIAS"/"ANAME" records) for pointing a root domain at them.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You Type a URL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1399489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2624328"/>
            <a:ext cx="1216609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asks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resolver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039569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42489" y="2514600"/>
            <a:ext cx="1399489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2633929" y="2624328"/>
            <a:ext cx="1216609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asks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nameserver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941978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444898" y="2514600"/>
            <a:ext cx="1399489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536338" y="2624328"/>
            <a:ext cx="1216609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points 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.com TLD server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44388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347308" y="2514600"/>
            <a:ext cx="1399489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438748" y="2624328"/>
            <a:ext cx="1216609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TLD points 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server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46797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49717" y="2514600"/>
            <a:ext cx="1399489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341157" y="2624328"/>
            <a:ext cx="1216609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returns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 record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649206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152126" y="2514600"/>
            <a:ext cx="1399489" cy="1371600"/>
          </a:xfrm>
          <a:prstGeom prst="roundRect">
            <a:avLst>
              <a:gd name="adj" fmla="val 5333"/>
            </a:avLst>
          </a:prstGeom>
          <a:solidFill>
            <a:srgbClr val="E67528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10243566" y="2624328"/>
            <a:ext cx="1216609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connects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that IP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34340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recursive resolver (your ISP, or a public one like 8.8.8.8) does this legwork on your behalf. The authoritative nameserver — configured at your registrar — holds the actual, official records for your domain.</a:t>
            </a:r>
            <a:endParaRPr lang="en-US" sz="130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to Live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DNS record has a TTL (in seconds) — how long resolvers may cache that answer before asking again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TTL of 3600 means "valid for one hour; don't re-check more often than that"</a:t>
            </a:r>
            <a:endParaRPr lang="en-US" sz="150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Record With Its TTL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815340"/>
          </a:xfrm>
          <a:prstGeom prst="roundRect">
            <a:avLst>
              <a:gd name="adj" fmla="val 897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example.com.    3600    IN    A    93.184.216.34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Trade-Off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9536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(e.g. 24h)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nameserver load, faster repeated lookups — but changes take longer to reach everyone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(e.g. 5 min)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propagate fast — at the cost of more frequent lookups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It Before You Move Hosts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529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know you're about to change a DNS record — e.g. moving your site to a new host — lower the TTL a day or two in advance, so resolvers pick up the new value quickly instead of serving a stale answer for hours.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OPTIONS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Least to Most Managed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Hosting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control,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effort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90774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93694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585134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responsibility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44388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347308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38748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developer-friendly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98001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200921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E67528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292361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50" dirty="0"/>
          </a:p>
        </p:txBody>
      </p:sp>
      <p:sp>
        <p:nvSpPr>
          <p:cNvPr id="1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OPTIONS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to Run Your App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56434" cy="4114800"/>
          </a:xfrm>
          <a:prstGeom prst="roundRect">
            <a:avLst>
              <a:gd name="adj" fmla="val 3219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96112" y="2194560"/>
            <a:ext cx="20443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HOSTING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651760"/>
            <a:ext cx="204437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site shares a server with many others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simple — often just FTP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fit for a Node.js + MongoDB app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5114" y="1965960"/>
            <a:ext cx="2556434" cy="4114800"/>
          </a:xfrm>
          <a:prstGeom prst="roundRect">
            <a:avLst>
              <a:gd name="adj" fmla="val 3219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681146" y="2194560"/>
            <a:ext cx="20443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681146" y="2651760"/>
            <a:ext cx="204437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isolated slice, root access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DigitalOcean, Linode, AWS EC2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configure and secure everything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0148" y="1965960"/>
            <a:ext cx="2556434" cy="4114800"/>
          </a:xfrm>
          <a:prstGeom prst="roundRect">
            <a:avLst>
              <a:gd name="adj" fmla="val 3219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66180" y="2194560"/>
            <a:ext cx="20443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66180" y="2651760"/>
            <a:ext cx="204437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provisions servers for you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Render, Railway, Heroku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sweet spot for student full-stack projects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95181" y="1965960"/>
            <a:ext cx="2556434" cy="4114800"/>
          </a:xfrm>
          <a:prstGeom prst="roundRect">
            <a:avLst>
              <a:gd name="adj" fmla="val 3219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251213" y="2194560"/>
            <a:ext cx="20443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251213" y="2651760"/>
            <a:ext cx="204437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runs only per request, scales to zero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Lambda, Vercel/Netlify functions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use; no long-lived DB connections</a:t>
            </a:r>
            <a:endParaRPr lang="en-US" sz="12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OPTIONS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Four</a:t>
            </a:r>
            <a:endParaRPr lang="en-US" sz="3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2377440"/>
                <a:gridCol w="45720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Effort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hosting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static/PHP sites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server setups, learning 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student/startup full-stack apps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(by design)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Low, different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Spiky, event-driven traffic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Repo, Two Deploy Targets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MERN project deploys its React frontend and Express backend SEPARATELY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goes to a platform suited for it — a static-file host for the frontend, a PaaS for the backend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platforms connect to the same GitHub repository and rebuild automatically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git push to Live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377440" y="3611880"/>
            <a:ext cx="365760" cy="9144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V="1">
            <a:off x="4480560" y="2651760"/>
            <a:ext cx="365760" cy="82296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480560" y="3749040"/>
            <a:ext cx="365760" cy="73152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0" y="2624328"/>
            <a:ext cx="457200" cy="9144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315200" y="4498848"/>
            <a:ext cx="457200" cy="9144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509760" y="2624328"/>
            <a:ext cx="9144" cy="1536192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8595360" y="3246120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 (HTTPS)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1737360" cy="640080"/>
          </a:xfrm>
          <a:prstGeom prst="rect">
            <a:avLst/>
          </a:prstGeom>
          <a:solidFill>
            <a:srgbClr val="1E1E4C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94944" y="329184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0" y="3291840"/>
            <a:ext cx="1737360" cy="640080"/>
          </a:xfrm>
          <a:prstGeom prst="rect">
            <a:avLst/>
          </a:prstGeom>
          <a:solidFill>
            <a:srgbClr val="1E1E4C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2798064" y="329184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to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2286000"/>
            <a:ext cx="2468880" cy="68580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901184" y="2286000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platform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React app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4160520"/>
            <a:ext cx="2468880" cy="68580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4901184" y="4160520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platform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Express app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2286000"/>
            <a:ext cx="1737360" cy="685800"/>
          </a:xfrm>
          <a:prstGeom prst="rect">
            <a:avLst/>
          </a:prstGeom>
          <a:solidFill>
            <a:srgbClr val="3FA66B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7827264" y="2286000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live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CDN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0" y="4160520"/>
            <a:ext cx="1737360" cy="685800"/>
          </a:xfrm>
          <a:prstGeom prst="rect">
            <a:avLst/>
          </a:prstGeom>
          <a:solidFill>
            <a:srgbClr val="3FA66B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7827264" y="4160520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live,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server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9893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to the connected branch triggers an automatic rebuild and redeploy on both platforms — continuous deployment.</a:t>
            </a:r>
            <a:endParaRPr lang="en-US" sz="1250" dirty="0"/>
          </a:p>
        </p:txBody>
      </p:sp>
      <p:sp>
        <p:nvSpPr>
          <p:cNvPr id="2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ENVIRONMENT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vs. Production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348740"/>
          </a:xfrm>
          <a:prstGeom prst="roundRect">
            <a:avLst>
              <a:gd name="adj" fmla="val 542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production, compile React into a small set of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static, optimized HTML/CSS/JS files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43300"/>
            <a:ext cx="10911535" cy="272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 server (npm start) is heavy and unminified, meant for a fast feedback loop while coding — not for real users.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ENVIRONMENT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Environment Variables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882140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424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.env.example -- committed as documentation, not real secrets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DATABASE_URL=your-production-mongodb-uri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JWT_SECRET=your-jwt-secret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NODE_ENV=production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PORT=5000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76700"/>
            <a:ext cx="10911535" cy="2186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values go into your hosting platform's dashboard — the same .env-based approach from Lecture 30, but for production.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THE FRONTEND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e.g. Vercel or Netlify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React project to a GitHub repository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that repository to Vercel/Netlify through their dashboard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the build command (npm run build) and output directory (build or dist)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6168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builds and deploys, giving you a live URL immediately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25780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580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18464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connect your own domain via the CNAME record it tells you to add</a:t>
            </a:r>
            <a:endParaRPr lang="en-US" sz="150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THE BACKEND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e.g. Render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Express project to GitHub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repository to Render and create a new "Web Service"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the start command (node server.js) and environment variables in the dashboard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6168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builds and starts your server, with HTTPS already configured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25780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580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18464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your deployed frontend to point its API requests at this live backend URL</a:t>
            </a:r>
            <a:endParaRPr lang="en-US" sz="150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THE BACKEND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Tiers Spin Down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158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tiers on platforms like Render often "spin down" your backend after inactivity to save resources, then take a few seconds to "wake up" on the next request. Normal for a student project — paid tiers keep your service running continuously.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Server in Front of Your Server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reverse proxy sits in front of your actual application server, receiving requests first and forwarding them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hosting platforms run one for you, even if you never interact with it directly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VPS you'd configure one yourself, commonly with software like Nginx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Front Door, Many Backends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108960" y="3749040"/>
            <a:ext cx="1097280" cy="9144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V="1">
            <a:off x="6949440" y="2743200"/>
            <a:ext cx="1280160" cy="82296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949440" y="3931920"/>
            <a:ext cx="1280160" cy="82296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3383280"/>
            <a:ext cx="2194560" cy="731520"/>
          </a:xfrm>
          <a:prstGeom prst="rect">
            <a:avLst/>
          </a:prstGeom>
          <a:solidFill>
            <a:srgbClr val="1E1E4C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969264" y="338328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0" y="3383280"/>
            <a:ext cx="2743200" cy="731520"/>
          </a:xfrm>
          <a:prstGeom prst="rect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261104" y="3383280"/>
            <a:ext cx="2633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Nginx)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2377440"/>
            <a:ext cx="2743200" cy="73152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284464" y="2377440"/>
            <a:ext cx="2633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4389120"/>
            <a:ext cx="2743200" cy="73152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84464" y="4389120"/>
            <a:ext cx="2633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9893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proxy commonly handles three jobs at once: terminating SSL/TLS (one place manages the certificate), load balancing across app instances, and serving static files directly.</a:t>
            </a:r>
            <a:endParaRPr lang="en-US" sz="125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Knowing It's Actually Working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84778" cy="4114800"/>
          </a:xfrm>
          <a:prstGeom prst="roundRect">
            <a:avLst>
              <a:gd name="adj" fmla="val 2362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96112" y="2194560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MONITORING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651760"/>
            <a:ext cx="297271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periodically pings your app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you if it stops responding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UptimeRobot, or built into many PaaS dashboards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53458" y="1965960"/>
            <a:ext cx="3484778" cy="4114800"/>
          </a:xfrm>
          <a:prstGeom prst="roundRect">
            <a:avLst>
              <a:gd name="adj" fmla="val 2362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609490" y="2194560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609490" y="2651760"/>
            <a:ext cx="297271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console.log and error output from your server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happened around a problem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platforms give a live logs dashboard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66837" y="1965960"/>
            <a:ext cx="3484778" cy="4114800"/>
          </a:xfrm>
          <a:prstGeom prst="roundRect">
            <a:avLst>
              <a:gd name="adj" fmla="val 2362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322869" y="2194560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TRACKING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322869" y="2651760"/>
            <a:ext cx="297271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Sentry capture unhandled exceptions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 + which user/request triggered 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Automatic, no need to reproduce manually</a:t>
            </a:r>
            <a:endParaRPr lang="en-US" sz="12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Logs Right After Deploying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333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for a class project, check your hosting platform's logs dashboard right after deploying, and again the next day. It's the fastest way to catch a crash, a missing environment variable, or a database connection issue that isn't obvious from clicking around the live site.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Congratulations — You've Reached the End of CSC336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 name is a human-readable stand-in for an IP address, purchased through a registrar — buying one doesn't host your app by itself.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5656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956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86512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translates names to IPs via A, AAAA, CNAME, MX, and TXT records; TTL controls how long each answer is cached along the way.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2712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627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53568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ranges from shared hosting to VPS to PaaS (the sweet spot for most student MERN apps) to serverless.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20624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a MERN app means a build step for the React frontend and a continuously running Express server, each with production environment variables.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96824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" y="4968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87680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reverse proxy handles SSL termination, load balancing, and static files — most PaaS platforms run one for you automatically.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6388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" y="563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5473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went from how the web works to building, securing, and deploying a full-stack MERN app — that foundation carries into any framework you use next. Advanced Web Technologies (CSC337) picks up from here.</a:t>
            </a:r>
            <a:endParaRPr lang="en-US" sz="125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32: Domain, DNS and Deployment</dc:title>
  <dc:subject>CSC336 Web Technologies</dc:subject>
  <dc:creator>Usman Akram</dc:creator>
  <cp:lastModifiedBy>Usman Akram</cp:lastModifiedBy>
  <cp:revision>1</cp:revision>
  <dcterms:created xsi:type="dcterms:W3CDTF">2026-09-22T05:49:20Z</dcterms:created>
  <dcterms:modified xsi:type="dcterms:W3CDTF">2026-09-22T05:49:20Z</dcterms:modified>
</cp:coreProperties>
</file>